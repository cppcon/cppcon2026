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17"/>
  </p:notesMasterIdLst>
  <p:handoutMasterIdLst>
    <p:handoutMasterId r:id="rId118"/>
  </p:handoutMasterIdLst>
  <p:sldIdLst>
    <p:sldId id="2131907590" r:id="rId5"/>
    <p:sldId id="2131907696" r:id="rId6"/>
    <p:sldId id="2131907593" r:id="rId7"/>
    <p:sldId id="2131907610" r:id="rId8"/>
    <p:sldId id="2131907594" r:id="rId9"/>
    <p:sldId id="2131907628" r:id="rId10"/>
    <p:sldId id="2131907654" r:id="rId11"/>
    <p:sldId id="2131907633" r:id="rId12"/>
    <p:sldId id="2131907632" r:id="rId13"/>
    <p:sldId id="2131907631" r:id="rId14"/>
    <p:sldId id="2131907630" r:id="rId15"/>
    <p:sldId id="2131907629" r:id="rId16"/>
    <p:sldId id="2131907545" r:id="rId17"/>
    <p:sldId id="2131907627" r:id="rId18"/>
    <p:sldId id="2131907626" r:id="rId19"/>
    <p:sldId id="2131907625" r:id="rId20"/>
    <p:sldId id="2131907624" r:id="rId21"/>
    <p:sldId id="2131907595" r:id="rId22"/>
    <p:sldId id="2131907549" r:id="rId23"/>
    <p:sldId id="2131907636" r:id="rId24"/>
    <p:sldId id="2131907635" r:id="rId25"/>
    <p:sldId id="2131907634" r:id="rId26"/>
    <p:sldId id="2131907698" r:id="rId27"/>
    <p:sldId id="2131907597" r:id="rId28"/>
    <p:sldId id="2131907655" r:id="rId29"/>
    <p:sldId id="2131907653" r:id="rId30"/>
    <p:sldId id="2131907652" r:id="rId31"/>
    <p:sldId id="2131907651" r:id="rId32"/>
    <p:sldId id="2131907650" r:id="rId33"/>
    <p:sldId id="2131907591" r:id="rId34"/>
    <p:sldId id="2131907649" r:id="rId35"/>
    <p:sldId id="2131907648" r:id="rId36"/>
    <p:sldId id="2131907647" r:id="rId37"/>
    <p:sldId id="2131907646" r:id="rId38"/>
    <p:sldId id="2131907645" r:id="rId39"/>
    <p:sldId id="2131907644" r:id="rId40"/>
    <p:sldId id="2131907643" r:id="rId41"/>
    <p:sldId id="2131907642" r:id="rId42"/>
    <p:sldId id="2131907598" r:id="rId43"/>
    <p:sldId id="2131907640" r:id="rId44"/>
    <p:sldId id="2131907641" r:id="rId45"/>
    <p:sldId id="2131907639" r:id="rId46"/>
    <p:sldId id="2131907638" r:id="rId47"/>
    <p:sldId id="2131907637" r:id="rId48"/>
    <p:sldId id="2131907658" r:id="rId49"/>
    <p:sldId id="2131907660" r:id="rId50"/>
    <p:sldId id="2131907659" r:id="rId51"/>
    <p:sldId id="2131907599" r:id="rId52"/>
    <p:sldId id="2131907657" r:id="rId53"/>
    <p:sldId id="2131907656" r:id="rId54"/>
    <p:sldId id="2131907600" r:id="rId55"/>
    <p:sldId id="2131907601" r:id="rId56"/>
    <p:sldId id="2131907602" r:id="rId57"/>
    <p:sldId id="2131907665" r:id="rId58"/>
    <p:sldId id="2131907664" r:id="rId59"/>
    <p:sldId id="2131907663" r:id="rId60"/>
    <p:sldId id="2131907662" r:id="rId61"/>
    <p:sldId id="2131907661" r:id="rId62"/>
    <p:sldId id="2131907726" r:id="rId63"/>
    <p:sldId id="2131907669" r:id="rId64"/>
    <p:sldId id="2131907677" r:id="rId65"/>
    <p:sldId id="2131907676" r:id="rId66"/>
    <p:sldId id="2131907675" r:id="rId67"/>
    <p:sldId id="2131907674" r:id="rId68"/>
    <p:sldId id="2131907673" r:id="rId69"/>
    <p:sldId id="2131907672" r:id="rId70"/>
    <p:sldId id="2131907671" r:id="rId71"/>
    <p:sldId id="2131907678" r:id="rId72"/>
    <p:sldId id="2131907670" r:id="rId73"/>
    <p:sldId id="2131907667" r:id="rId74"/>
    <p:sldId id="2131907668" r:id="rId75"/>
    <p:sldId id="2131907680" r:id="rId76"/>
    <p:sldId id="2131907609" r:id="rId77"/>
    <p:sldId id="2131907703" r:id="rId78"/>
    <p:sldId id="2131907700" r:id="rId79"/>
    <p:sldId id="2131907701" r:id="rId80"/>
    <p:sldId id="2131907607" r:id="rId81"/>
    <p:sldId id="2131907691" r:id="rId82"/>
    <p:sldId id="2131907692" r:id="rId83"/>
    <p:sldId id="2131907690" r:id="rId84"/>
    <p:sldId id="2131907689" r:id="rId85"/>
    <p:sldId id="2131907688" r:id="rId86"/>
    <p:sldId id="2131907699" r:id="rId87"/>
    <p:sldId id="2131907611" r:id="rId88"/>
    <p:sldId id="2131907613" r:id="rId89"/>
    <p:sldId id="2131907614" r:id="rId90"/>
    <p:sldId id="2131907706" r:id="rId91"/>
    <p:sldId id="2131907705" r:id="rId92"/>
    <p:sldId id="2131907704" r:id="rId93"/>
    <p:sldId id="2131907723" r:id="rId94"/>
    <p:sldId id="2131907724" r:id="rId95"/>
    <p:sldId id="2131907617" r:id="rId96"/>
    <p:sldId id="2131907708" r:id="rId97"/>
    <p:sldId id="2131907713" r:id="rId98"/>
    <p:sldId id="2131907707" r:id="rId99"/>
    <p:sldId id="2131907618" r:id="rId100"/>
    <p:sldId id="2131907709" r:id="rId101"/>
    <p:sldId id="2131907619" r:id="rId102"/>
    <p:sldId id="2131907729" r:id="rId103"/>
    <p:sldId id="2131907727" r:id="rId104"/>
    <p:sldId id="2131907722" r:id="rId105"/>
    <p:sldId id="2131907714" r:id="rId106"/>
    <p:sldId id="2131907717" r:id="rId107"/>
    <p:sldId id="2131907716" r:id="rId108"/>
    <p:sldId id="2131907715" r:id="rId109"/>
    <p:sldId id="2131907622" r:id="rId110"/>
    <p:sldId id="2131907720" r:id="rId111"/>
    <p:sldId id="2131907719" r:id="rId112"/>
    <p:sldId id="2131907718" r:id="rId113"/>
    <p:sldId id="2131907721" r:id="rId114"/>
    <p:sldId id="2131907725" r:id="rId115"/>
    <p:sldId id="2131907583" r:id="rId116"/>
  </p:sldIdLst>
  <p:sldSz cx="12192000" cy="6858000"/>
  <p:notesSz cx="6858000" cy="9144000"/>
  <p:embeddedFontLst>
    <p:embeddedFont>
      <p:font typeface="Consolas" panose="020B0609020204030204" pitchFamily="49" charset="0"/>
      <p:regular r:id="rId119"/>
      <p:bold r:id="rId120"/>
      <p:italic r:id="rId121"/>
      <p:boldItalic r:id="rId122"/>
    </p:embeddedFont>
    <p:embeddedFont>
      <p:font typeface="Intel Clear" panose="020B0604020203020204" pitchFamily="34" charset="0"/>
      <p:regular r:id="rId123"/>
      <p:bold r:id="rId124"/>
      <p:italic r:id="rId125"/>
      <p:boldItalic r:id="rId126"/>
    </p:embeddedFont>
    <p:embeddedFont>
      <p:font typeface="Intel Clear Pro" panose="020B0804020202060201" pitchFamily="34" charset="77"/>
      <p:bold r:id="rId127"/>
    </p:embeddedFont>
    <p:embeddedFont>
      <p:font typeface="IntelOne Display Light" panose="020B0403020203020204" pitchFamily="34" charset="77"/>
      <p:regular r:id="rId128"/>
    </p:embeddedFont>
    <p:embeddedFont>
      <p:font typeface="IntelOne Display Regular" panose="020B0503020203020204" pitchFamily="34" charset="77"/>
      <p:regular r:id="rId1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EDA3B-3D03-3B67-CB13-CFA4EE0E05C1}" name="Kats, Valentina" initials="KV" userId="S::valentina.kats@intel.com::1fb0c2b9-a23b-4057-b5c4-c01ed9bfb6c6" providerId="AD"/>
  <p188:author id="{D7F54F6D-8BF3-D62C-8F00-A29AB4A940AF}" name="Arutyunyan, Ruslan" initials="RA" userId="S::ruslan.arutyunyan@intel.com::c242cb6e-fb44-42d4-b55d-5588a15f287c" providerId="AD"/>
  <p188:author id="{D9AFE1B7-BED9-B0D9-B76C-0B1F2132C91A}" name="Kukanov, Alexey" initials="KA" userId="S::alexey.kukanov@intel.com::b927b9d5-02cc-49f0-8afc-a36815d9cf0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661"/>
    <a:srgbClr val="FFA86D"/>
    <a:srgbClr val="F1971F"/>
    <a:srgbClr val="139D2D"/>
    <a:srgbClr val="FF8A3B"/>
    <a:srgbClr val="CBD4E5"/>
    <a:srgbClr val="E7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C8C42-035E-3240-A197-59A069912106}" v="8" dt="2026-09-16T04:02:35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8"/>
    <p:restoredTop sz="94673"/>
  </p:normalViewPr>
  <p:slideViewPr>
    <p:cSldViewPr snapToGrid="0">
      <p:cViewPr varScale="1">
        <p:scale>
          <a:sx n="129" d="100"/>
          <a:sy n="129" d="100"/>
        </p:scale>
        <p:origin x="23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font" Target="fonts/font5.fntdata"/><Relationship Id="rId128" Type="http://schemas.openxmlformats.org/officeDocument/2006/relationships/font" Target="fonts/font10.fntdata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handoutMaster" Target="handoutMasters/handoutMaster1.xml"/><Relationship Id="rId134" Type="http://schemas.microsoft.com/office/2016/11/relationships/changesInfo" Target="changesInfos/changesInfo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font" Target="fonts/font6.fntdata"/><Relationship Id="rId129" Type="http://schemas.openxmlformats.org/officeDocument/2006/relationships/font" Target="fonts/font11.fntdata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font" Target="fonts/font1.fntdata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presProps" Target="presProps.xml"/><Relationship Id="rId135" Type="http://schemas.microsoft.com/office/2015/10/relationships/revisionInfo" Target="revisionInfo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font" Target="fonts/font2.fntdata"/><Relationship Id="rId125" Type="http://schemas.openxmlformats.org/officeDocument/2006/relationships/font" Target="fonts/font7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viewProps" Target="viewProps.xml"/><Relationship Id="rId136" Type="http://schemas.microsoft.com/office/2018/10/relationships/authors" Target="author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font" Target="fonts/font3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theme" Target="theme/theme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tyunyan, Ruslan" userId="c242cb6e-fb44-42d4-b55d-5588a15f287c" providerId="ADAL" clId="{AE7A8832-E7C7-5CDD-B508-B5197ADDF1CB}"/>
    <pc:docChg chg="undo redo custSel addSld delSld modSld sldOrd modMainMaster">
      <pc:chgData name="Arutyunyan, Ruslan" userId="c242cb6e-fb44-42d4-b55d-5588a15f287c" providerId="ADAL" clId="{AE7A8832-E7C7-5CDD-B508-B5197ADDF1CB}" dt="2026-09-16T04:02:40.997" v="7568" actId="6549"/>
      <pc:docMkLst>
        <pc:docMk/>
      </pc:docMkLst>
      <pc:sldChg chg="addSp modSp mod">
        <pc:chgData name="Arutyunyan, Ruslan" userId="c242cb6e-fb44-42d4-b55d-5588a15f287c" providerId="ADAL" clId="{AE7A8832-E7C7-5CDD-B508-B5197ADDF1CB}" dt="2026-09-13T08:21:35.077" v="4318" actId="20577"/>
        <pc:sldMkLst>
          <pc:docMk/>
          <pc:sldMk cId="2981574830" sldId="2131907545"/>
        </pc:sldMkLst>
        <pc:spChg chg="mod">
          <ac:chgData name="Arutyunyan, Ruslan" userId="c242cb6e-fb44-42d4-b55d-5588a15f287c" providerId="ADAL" clId="{AE7A8832-E7C7-5CDD-B508-B5197ADDF1CB}" dt="2026-09-06T05:17:43.529" v="338" actId="20577"/>
          <ac:spMkLst>
            <pc:docMk/>
            <pc:sldMk cId="2981574830" sldId="2131907545"/>
            <ac:spMk id="2" creationId="{2B094F81-33A4-E700-0E07-0966E49D802A}"/>
          </ac:spMkLst>
        </pc:spChg>
        <pc:spChg chg="mod">
          <ac:chgData name="Arutyunyan, Ruslan" userId="c242cb6e-fb44-42d4-b55d-5588a15f287c" providerId="ADAL" clId="{AE7A8832-E7C7-5CDD-B508-B5197ADDF1CB}" dt="2026-09-13T08:21:35.077" v="4318" actId="20577"/>
          <ac:spMkLst>
            <pc:docMk/>
            <pc:sldMk cId="2981574830" sldId="2131907545"/>
            <ac:spMk id="3" creationId="{3CC36E39-A2DE-EAD8-E8FD-C4989B26CCFB}"/>
          </ac:spMkLst>
        </pc:spChg>
        <pc:spChg chg="add mod">
          <ac:chgData name="Arutyunyan, Ruslan" userId="c242cb6e-fb44-42d4-b55d-5588a15f287c" providerId="ADAL" clId="{AE7A8832-E7C7-5CDD-B508-B5197ADDF1CB}" dt="2026-09-13T07:28:04.396" v="4038" actId="20577"/>
          <ac:spMkLst>
            <pc:docMk/>
            <pc:sldMk cId="2981574830" sldId="2131907545"/>
            <ac:spMk id="4" creationId="{A3DECB04-DB8F-910A-6136-21B8A30BB9E6}"/>
          </ac:spMkLst>
        </pc:spChg>
        <pc:spChg chg="add mod">
          <ac:chgData name="Arutyunyan, Ruslan" userId="c242cb6e-fb44-42d4-b55d-5588a15f287c" providerId="ADAL" clId="{AE7A8832-E7C7-5CDD-B508-B5197ADDF1CB}" dt="2026-09-13T07:29:27.982" v="4046" actId="6549"/>
          <ac:spMkLst>
            <pc:docMk/>
            <pc:sldMk cId="2981574830" sldId="2131907545"/>
            <ac:spMk id="5" creationId="{190B8140-D36A-521C-1251-22C1E68405DE}"/>
          </ac:spMkLst>
        </pc:spChg>
      </pc:sldChg>
      <pc:sldChg chg="addSp modSp mod">
        <pc:chgData name="Arutyunyan, Ruslan" userId="c242cb6e-fb44-42d4-b55d-5588a15f287c" providerId="ADAL" clId="{AE7A8832-E7C7-5CDD-B508-B5197ADDF1CB}" dt="2026-09-13T08:23:32.433" v="4358" actId="6549"/>
        <pc:sldMkLst>
          <pc:docMk/>
          <pc:sldMk cId="1859939716" sldId="2131907549"/>
        </pc:sldMkLst>
        <pc:spChg chg="mod">
          <ac:chgData name="Arutyunyan, Ruslan" userId="c242cb6e-fb44-42d4-b55d-5588a15f287c" providerId="ADAL" clId="{AE7A8832-E7C7-5CDD-B508-B5197ADDF1CB}" dt="2026-09-06T05:34:43.315" v="777" actId="20577"/>
          <ac:spMkLst>
            <pc:docMk/>
            <pc:sldMk cId="1859939716" sldId="2131907549"/>
            <ac:spMk id="2" creationId="{3FB6F78A-1E2A-8558-FAE1-A3AEC7833FAA}"/>
          </ac:spMkLst>
        </pc:spChg>
        <pc:spChg chg="mod">
          <ac:chgData name="Arutyunyan, Ruslan" userId="c242cb6e-fb44-42d4-b55d-5588a15f287c" providerId="ADAL" clId="{AE7A8832-E7C7-5CDD-B508-B5197ADDF1CB}" dt="2026-09-13T08:23:32.433" v="4358" actId="6549"/>
          <ac:spMkLst>
            <pc:docMk/>
            <pc:sldMk cId="1859939716" sldId="2131907549"/>
            <ac:spMk id="3" creationId="{768D742B-13B4-6DF4-5080-F9C91B1E6891}"/>
          </ac:spMkLst>
        </pc:spChg>
        <pc:spChg chg="add mod">
          <ac:chgData name="Arutyunyan, Ruslan" userId="c242cb6e-fb44-42d4-b55d-5588a15f287c" providerId="ADAL" clId="{AE7A8832-E7C7-5CDD-B508-B5197ADDF1CB}" dt="2026-09-13T07:30:29.437" v="4067" actId="1076"/>
          <ac:spMkLst>
            <pc:docMk/>
            <pc:sldMk cId="1859939716" sldId="2131907549"/>
            <ac:spMk id="4" creationId="{543C3540-CBD1-0653-58C4-067FB53DF00B}"/>
          </ac:spMkLst>
        </pc:spChg>
        <pc:spChg chg="add mod">
          <ac:chgData name="Arutyunyan, Ruslan" userId="c242cb6e-fb44-42d4-b55d-5588a15f287c" providerId="ADAL" clId="{AE7A8832-E7C7-5CDD-B508-B5197ADDF1CB}" dt="2026-09-13T07:36:10.476" v="4100" actId="6549"/>
          <ac:spMkLst>
            <pc:docMk/>
            <pc:sldMk cId="1859939716" sldId="2131907549"/>
            <ac:spMk id="5" creationId="{609CBE92-2A58-CAB4-1243-C7425E7903E6}"/>
          </ac:spMkLst>
        </pc:spChg>
      </pc:sldChg>
      <pc:sldChg chg="addSp delSp modSp mod">
        <pc:chgData name="Arutyunyan, Ruslan" userId="c242cb6e-fb44-42d4-b55d-5588a15f287c" providerId="ADAL" clId="{AE7A8832-E7C7-5CDD-B508-B5197ADDF1CB}" dt="2026-08-26T03:07:07.035" v="7"/>
        <pc:sldMkLst>
          <pc:docMk/>
          <pc:sldMk cId="3434860527" sldId="2131907590"/>
        </pc:sldMkLst>
        <pc:picChg chg="add mod">
          <ac:chgData name="Arutyunyan, Ruslan" userId="c242cb6e-fb44-42d4-b55d-5588a15f287c" providerId="ADAL" clId="{AE7A8832-E7C7-5CDD-B508-B5197ADDF1CB}" dt="2026-08-26T03:06:55.038" v="5" actId="14100"/>
          <ac:picMkLst>
            <pc:docMk/>
            <pc:sldMk cId="3434860527" sldId="2131907590"/>
            <ac:picMk id="4" creationId="{9240EBB4-458F-2BBA-AE1B-76DD91FBCF6C}"/>
          </ac:picMkLst>
        </pc:picChg>
      </pc:sldChg>
      <pc:sldChg chg="addSp delSp modSp add mod">
        <pc:chgData name="Arutyunyan, Ruslan" userId="c242cb6e-fb44-42d4-b55d-5588a15f287c" providerId="ADAL" clId="{AE7A8832-E7C7-5CDD-B508-B5197ADDF1CB}" dt="2026-09-13T10:04:17.838" v="5584"/>
        <pc:sldMkLst>
          <pc:docMk/>
          <pc:sldMk cId="379089302" sldId="2131907591"/>
        </pc:sldMkLst>
        <pc:spChg chg="mod">
          <ac:chgData name="Arutyunyan, Ruslan" userId="c242cb6e-fb44-42d4-b55d-5588a15f287c" providerId="ADAL" clId="{AE7A8832-E7C7-5CDD-B508-B5197ADDF1CB}" dt="2026-09-06T06:56:18.292" v="911" actId="20577"/>
          <ac:spMkLst>
            <pc:docMk/>
            <pc:sldMk cId="379089302" sldId="2131907591"/>
            <ac:spMk id="2" creationId="{E921B603-5811-0BD8-2B5D-378EB7B55940}"/>
          </ac:spMkLst>
        </pc:spChg>
        <pc:spChg chg="mod">
          <ac:chgData name="Arutyunyan, Ruslan" userId="c242cb6e-fb44-42d4-b55d-5588a15f287c" providerId="ADAL" clId="{AE7A8832-E7C7-5CDD-B508-B5197ADDF1CB}" dt="2026-09-13T08:32:28.212" v="4585" actId="20577"/>
          <ac:spMkLst>
            <pc:docMk/>
            <pc:sldMk cId="379089302" sldId="2131907591"/>
            <ac:spMk id="3" creationId="{FC240BBC-9158-F662-6397-530A9B506481}"/>
          </ac:spMkLst>
        </pc:spChg>
        <pc:spChg chg="add mod">
          <ac:chgData name="Arutyunyan, Ruslan" userId="c242cb6e-fb44-42d4-b55d-5588a15f287c" providerId="ADAL" clId="{AE7A8832-E7C7-5CDD-B508-B5197ADDF1CB}" dt="2026-09-13T10:04:17.838" v="5584"/>
          <ac:spMkLst>
            <pc:docMk/>
            <pc:sldMk cId="379089302" sldId="2131907591"/>
            <ac:spMk id="6" creationId="{54120226-449B-FD56-0FDD-A3DD8E464957}"/>
          </ac:spMkLst>
        </pc:spChg>
        <pc:spChg chg="add mod">
          <ac:chgData name="Arutyunyan, Ruslan" userId="c242cb6e-fb44-42d4-b55d-5588a15f287c" providerId="ADAL" clId="{AE7A8832-E7C7-5CDD-B508-B5197ADDF1CB}" dt="2026-09-13T08:26:26.981" v="4361"/>
          <ac:spMkLst>
            <pc:docMk/>
            <pc:sldMk cId="379089302" sldId="2131907591"/>
            <ac:spMk id="9" creationId="{6C5B9E79-4C1D-6748-6A88-0053E1D2C1DC}"/>
          </ac:spMkLst>
        </pc:spChg>
      </pc:sldChg>
      <pc:sldChg chg="modSp add mod ord">
        <pc:chgData name="Arutyunyan, Ruslan" userId="c242cb6e-fb44-42d4-b55d-5588a15f287c" providerId="ADAL" clId="{AE7A8832-E7C7-5CDD-B508-B5197ADDF1CB}" dt="2026-09-12T22:07:10.050" v="2764" actId="6549"/>
        <pc:sldMkLst>
          <pc:docMk/>
          <pc:sldMk cId="3221131926" sldId="2131907593"/>
        </pc:sldMkLst>
        <pc:spChg chg="mod">
          <ac:chgData name="Arutyunyan, Ruslan" userId="c242cb6e-fb44-42d4-b55d-5588a15f287c" providerId="ADAL" clId="{AE7A8832-E7C7-5CDD-B508-B5197ADDF1CB}" dt="2026-09-12T22:07:06.579" v="2763" actId="20577"/>
          <ac:spMkLst>
            <pc:docMk/>
            <pc:sldMk cId="3221131926" sldId="2131907593"/>
            <ac:spMk id="2" creationId="{5E0AF42C-C89E-AF82-F7FD-E299B7D46974}"/>
          </ac:spMkLst>
        </pc:spChg>
        <pc:spChg chg="mod">
          <ac:chgData name="Arutyunyan, Ruslan" userId="c242cb6e-fb44-42d4-b55d-5588a15f287c" providerId="ADAL" clId="{AE7A8832-E7C7-5CDD-B508-B5197ADDF1CB}" dt="2026-09-12T22:07:10.050" v="2764" actId="6549"/>
          <ac:spMkLst>
            <pc:docMk/>
            <pc:sldMk cId="3221131926" sldId="2131907593"/>
            <ac:spMk id="3" creationId="{CE7DAD5E-9B66-9BE0-DC27-251906E2BBD7}"/>
          </ac:spMkLst>
        </pc:spChg>
      </pc:sldChg>
      <pc:sldChg chg="modSp add mod ord">
        <pc:chgData name="Arutyunyan, Ruslan" userId="c242cb6e-fb44-42d4-b55d-5588a15f287c" providerId="ADAL" clId="{AE7A8832-E7C7-5CDD-B508-B5197ADDF1CB}" dt="2026-09-06T05:29:40.707" v="655" actId="20577"/>
        <pc:sldMkLst>
          <pc:docMk/>
          <pc:sldMk cId="1767993878" sldId="2131907594"/>
        </pc:sldMkLst>
        <pc:spChg chg="mod">
          <ac:chgData name="Arutyunyan, Ruslan" userId="c242cb6e-fb44-42d4-b55d-5588a15f287c" providerId="ADAL" clId="{AE7A8832-E7C7-5CDD-B508-B5197ADDF1CB}" dt="2026-09-05T23:24:12.080" v="178" actId="20577"/>
          <ac:spMkLst>
            <pc:docMk/>
            <pc:sldMk cId="1767993878" sldId="2131907594"/>
            <ac:spMk id="2" creationId="{6EB121BC-504A-4BBF-6ED1-5FA271F04CC6}"/>
          </ac:spMkLst>
        </pc:spChg>
        <pc:spChg chg="mod">
          <ac:chgData name="Arutyunyan, Ruslan" userId="c242cb6e-fb44-42d4-b55d-5588a15f287c" providerId="ADAL" clId="{AE7A8832-E7C7-5CDD-B508-B5197ADDF1CB}" dt="2026-09-06T05:29:40.707" v="655" actId="20577"/>
          <ac:spMkLst>
            <pc:docMk/>
            <pc:sldMk cId="1767993878" sldId="2131907594"/>
            <ac:spMk id="3" creationId="{FC95493E-B7E8-DAA5-CDEF-F699E1C45004}"/>
          </ac:spMkLst>
        </pc:spChg>
      </pc:sldChg>
      <pc:sldChg chg="modSp add mod ord">
        <pc:chgData name="Arutyunyan, Ruslan" userId="c242cb6e-fb44-42d4-b55d-5588a15f287c" providerId="ADAL" clId="{AE7A8832-E7C7-5CDD-B508-B5197ADDF1CB}" dt="2026-09-13T09:53:18.366" v="5408" actId="20577"/>
        <pc:sldMkLst>
          <pc:docMk/>
          <pc:sldMk cId="71921004" sldId="2131907595"/>
        </pc:sldMkLst>
        <pc:spChg chg="mod">
          <ac:chgData name="Arutyunyan, Ruslan" userId="c242cb6e-fb44-42d4-b55d-5588a15f287c" providerId="ADAL" clId="{AE7A8832-E7C7-5CDD-B508-B5197ADDF1CB}" dt="2026-09-06T05:24:28.304" v="425" actId="20577"/>
          <ac:spMkLst>
            <pc:docMk/>
            <pc:sldMk cId="71921004" sldId="2131907595"/>
            <ac:spMk id="2" creationId="{3909F934-31E0-C61C-DC59-40A3A30B673F}"/>
          </ac:spMkLst>
        </pc:spChg>
        <pc:spChg chg="mod">
          <ac:chgData name="Arutyunyan, Ruslan" userId="c242cb6e-fb44-42d4-b55d-5588a15f287c" providerId="ADAL" clId="{AE7A8832-E7C7-5CDD-B508-B5197ADDF1CB}" dt="2026-09-13T09:53:18.366" v="5408" actId="20577"/>
          <ac:spMkLst>
            <pc:docMk/>
            <pc:sldMk cId="71921004" sldId="2131907595"/>
            <ac:spMk id="3" creationId="{34616E88-0A9D-AC24-D141-DDEE79512CB8}"/>
          </ac:spMkLst>
        </pc:spChg>
      </pc:sldChg>
      <pc:sldChg chg="addSp modSp add mod ord">
        <pc:chgData name="Arutyunyan, Ruslan" userId="c242cb6e-fb44-42d4-b55d-5588a15f287c" providerId="ADAL" clId="{AE7A8832-E7C7-5CDD-B508-B5197ADDF1CB}" dt="2026-09-13T08:34:42.788" v="4601" actId="20577"/>
        <pc:sldMkLst>
          <pc:docMk/>
          <pc:sldMk cId="2396167922" sldId="2131907597"/>
        </pc:sldMkLst>
        <pc:spChg chg="mod">
          <ac:chgData name="Arutyunyan, Ruslan" userId="c242cb6e-fb44-42d4-b55d-5588a15f287c" providerId="ADAL" clId="{AE7A8832-E7C7-5CDD-B508-B5197ADDF1CB}" dt="2026-09-06T06:56:12.775" v="907" actId="20577"/>
          <ac:spMkLst>
            <pc:docMk/>
            <pc:sldMk cId="2396167922" sldId="2131907597"/>
            <ac:spMk id="2" creationId="{7A0C2CAC-7018-46AE-B229-05E4592C91D4}"/>
          </ac:spMkLst>
        </pc:spChg>
        <pc:spChg chg="mod">
          <ac:chgData name="Arutyunyan, Ruslan" userId="c242cb6e-fb44-42d4-b55d-5588a15f287c" providerId="ADAL" clId="{AE7A8832-E7C7-5CDD-B508-B5197ADDF1CB}" dt="2026-09-13T08:34:42.788" v="4601" actId="20577"/>
          <ac:spMkLst>
            <pc:docMk/>
            <pc:sldMk cId="2396167922" sldId="2131907597"/>
            <ac:spMk id="3" creationId="{6FCCE2F8-FFEB-6871-837A-B8C433D2916F}"/>
          </ac:spMkLst>
        </pc:spChg>
        <pc:spChg chg="add mod">
          <ac:chgData name="Arutyunyan, Ruslan" userId="c242cb6e-fb44-42d4-b55d-5588a15f287c" providerId="ADAL" clId="{AE7A8832-E7C7-5CDD-B508-B5197ADDF1CB}" dt="2026-09-13T08:26:28.687" v="4362"/>
          <ac:spMkLst>
            <pc:docMk/>
            <pc:sldMk cId="2396167922" sldId="2131907597"/>
            <ac:spMk id="4" creationId="{610BDC62-C277-7B2C-04E2-4ABD3B907E02}"/>
          </ac:spMkLst>
        </pc:spChg>
        <pc:spChg chg="mod">
          <ac:chgData name="Arutyunyan, Ruslan" userId="c242cb6e-fb44-42d4-b55d-5588a15f287c" providerId="ADAL" clId="{AE7A8832-E7C7-5CDD-B508-B5197ADDF1CB}" dt="2026-09-13T08:27:11.948" v="4462" actId="1035"/>
          <ac:spMkLst>
            <pc:docMk/>
            <pc:sldMk cId="2396167922" sldId="2131907597"/>
            <ac:spMk id="5" creationId="{51310593-8070-3B32-4C43-9E5ED6F6E95A}"/>
          </ac:spMkLst>
        </pc:spChg>
      </pc:sldChg>
      <pc:sldChg chg="addSp delSp modSp add mod ord">
        <pc:chgData name="Arutyunyan, Ruslan" userId="c242cb6e-fb44-42d4-b55d-5588a15f287c" providerId="ADAL" clId="{AE7A8832-E7C7-5CDD-B508-B5197ADDF1CB}" dt="2026-09-13T08:31:08.838" v="4563" actId="20577"/>
        <pc:sldMkLst>
          <pc:docMk/>
          <pc:sldMk cId="2520046991" sldId="2131907598"/>
        </pc:sldMkLst>
        <pc:spChg chg="mod">
          <ac:chgData name="Arutyunyan, Ruslan" userId="c242cb6e-fb44-42d4-b55d-5588a15f287c" providerId="ADAL" clId="{AE7A8832-E7C7-5CDD-B508-B5197ADDF1CB}" dt="2026-09-06T06:56:23.544" v="915" actId="20577"/>
          <ac:spMkLst>
            <pc:docMk/>
            <pc:sldMk cId="2520046991" sldId="2131907598"/>
            <ac:spMk id="2" creationId="{089079B6-7EF3-EBE0-AD79-F08897BE66D5}"/>
          </ac:spMkLst>
        </pc:spChg>
        <pc:spChg chg="mod">
          <ac:chgData name="Arutyunyan, Ruslan" userId="c242cb6e-fb44-42d4-b55d-5588a15f287c" providerId="ADAL" clId="{AE7A8832-E7C7-5CDD-B508-B5197ADDF1CB}" dt="2026-09-13T08:31:08.838" v="4563" actId="20577"/>
          <ac:spMkLst>
            <pc:docMk/>
            <pc:sldMk cId="2520046991" sldId="2131907598"/>
            <ac:spMk id="3" creationId="{5EFA99C5-0F8C-B2E2-76B6-7D4DE062CCF6}"/>
          </ac:spMkLst>
        </pc:spChg>
        <pc:spChg chg="add mod">
          <ac:chgData name="Arutyunyan, Ruslan" userId="c242cb6e-fb44-42d4-b55d-5588a15f287c" providerId="ADAL" clId="{AE7A8832-E7C7-5CDD-B508-B5197ADDF1CB}" dt="2026-09-13T08:28:02.621" v="4546" actId="1035"/>
          <ac:spMkLst>
            <pc:docMk/>
            <pc:sldMk cId="2520046991" sldId="2131907598"/>
            <ac:spMk id="6" creationId="{1DDA9586-7CFE-63EE-22A1-34A922785BF9}"/>
          </ac:spMkLst>
        </pc:spChg>
        <pc:spChg chg="add mod">
          <ac:chgData name="Arutyunyan, Ruslan" userId="c242cb6e-fb44-42d4-b55d-5588a15f287c" providerId="ADAL" clId="{AE7A8832-E7C7-5CDD-B508-B5197ADDF1CB}" dt="2026-09-13T07:51:01.495" v="4190" actId="6549"/>
          <ac:spMkLst>
            <pc:docMk/>
            <pc:sldMk cId="2520046991" sldId="2131907598"/>
            <ac:spMk id="7" creationId="{A0D55929-C8B1-283C-8C10-3A25ADCF55FC}"/>
          </ac:spMkLst>
        </pc:spChg>
      </pc:sldChg>
      <pc:sldChg chg="modSp add mod">
        <pc:chgData name="Arutyunyan, Ruslan" userId="c242cb6e-fb44-42d4-b55d-5588a15f287c" providerId="ADAL" clId="{AE7A8832-E7C7-5CDD-B508-B5197ADDF1CB}" dt="2026-09-13T08:53:54.411" v="4708" actId="20577"/>
        <pc:sldMkLst>
          <pc:docMk/>
          <pc:sldMk cId="3495001288" sldId="2131907599"/>
        </pc:sldMkLst>
        <pc:spChg chg="mod">
          <ac:chgData name="Arutyunyan, Ruslan" userId="c242cb6e-fb44-42d4-b55d-5588a15f287c" providerId="ADAL" clId="{AE7A8832-E7C7-5CDD-B508-B5197ADDF1CB}" dt="2026-09-12T06:37:51.236" v="1109" actId="20577"/>
          <ac:spMkLst>
            <pc:docMk/>
            <pc:sldMk cId="3495001288" sldId="2131907599"/>
            <ac:spMk id="2" creationId="{C78D9541-3A60-F170-2769-EC7105B43E2D}"/>
          </ac:spMkLst>
        </pc:spChg>
        <pc:spChg chg="mod">
          <ac:chgData name="Arutyunyan, Ruslan" userId="c242cb6e-fb44-42d4-b55d-5588a15f287c" providerId="ADAL" clId="{AE7A8832-E7C7-5CDD-B508-B5197ADDF1CB}" dt="2026-09-13T08:53:54.411" v="4708" actId="20577"/>
          <ac:spMkLst>
            <pc:docMk/>
            <pc:sldMk cId="3495001288" sldId="2131907599"/>
            <ac:spMk id="3" creationId="{790C33CC-E920-6044-A919-5EA31EC98538}"/>
          </ac:spMkLst>
        </pc:spChg>
        <pc:spChg chg="mod">
          <ac:chgData name="Arutyunyan, Ruslan" userId="c242cb6e-fb44-42d4-b55d-5588a15f287c" providerId="ADAL" clId="{AE7A8832-E7C7-5CDD-B508-B5197ADDF1CB}" dt="2026-09-13T08:53:23.026" v="4698" actId="1076"/>
          <ac:spMkLst>
            <pc:docMk/>
            <pc:sldMk cId="3495001288" sldId="2131907599"/>
            <ac:spMk id="5" creationId="{B76983A6-25D1-E295-3654-B4D06C19F677}"/>
          </ac:spMkLst>
        </pc:spChg>
      </pc:sldChg>
      <pc:sldChg chg="delSp modSp add mod ord">
        <pc:chgData name="Arutyunyan, Ruslan" userId="c242cb6e-fb44-42d4-b55d-5588a15f287c" providerId="ADAL" clId="{AE7A8832-E7C7-5CDD-B508-B5197ADDF1CB}" dt="2026-09-13T10:13:05.141" v="5598"/>
        <pc:sldMkLst>
          <pc:docMk/>
          <pc:sldMk cId="44212791" sldId="2131907600"/>
        </pc:sldMkLst>
        <pc:spChg chg="mod">
          <ac:chgData name="Arutyunyan, Ruslan" userId="c242cb6e-fb44-42d4-b55d-5588a15f287c" providerId="ADAL" clId="{AE7A8832-E7C7-5CDD-B508-B5197ADDF1CB}" dt="2026-09-12T06:43:44.748" v="1164" actId="20577"/>
          <ac:spMkLst>
            <pc:docMk/>
            <pc:sldMk cId="44212791" sldId="2131907600"/>
            <ac:spMk id="2" creationId="{6700CC9A-4A3A-4937-763F-2026FBE32BB4}"/>
          </ac:spMkLst>
        </pc:spChg>
        <pc:spChg chg="mod">
          <ac:chgData name="Arutyunyan, Ruslan" userId="c242cb6e-fb44-42d4-b55d-5588a15f287c" providerId="ADAL" clId="{AE7A8832-E7C7-5CDD-B508-B5197ADDF1CB}" dt="2026-09-13T10:13:05.141" v="5598"/>
          <ac:spMkLst>
            <pc:docMk/>
            <pc:sldMk cId="44212791" sldId="2131907600"/>
            <ac:spMk id="3" creationId="{815D2035-0014-4DEC-1560-5C54B0F91864}"/>
          </ac:spMkLst>
        </pc:spChg>
      </pc:sldChg>
      <pc:sldChg chg="delSp modSp add mod">
        <pc:chgData name="Arutyunyan, Ruslan" userId="c242cb6e-fb44-42d4-b55d-5588a15f287c" providerId="ADAL" clId="{AE7A8832-E7C7-5CDD-B508-B5197ADDF1CB}" dt="2026-09-14T06:33:46.044" v="7361" actId="20577"/>
        <pc:sldMkLst>
          <pc:docMk/>
          <pc:sldMk cId="1668948699" sldId="2131907601"/>
        </pc:sldMkLst>
        <pc:spChg chg="mod">
          <ac:chgData name="Arutyunyan, Ruslan" userId="c242cb6e-fb44-42d4-b55d-5588a15f287c" providerId="ADAL" clId="{AE7A8832-E7C7-5CDD-B508-B5197ADDF1CB}" dt="2026-09-12T06:47:50.107" v="1202" actId="20577"/>
          <ac:spMkLst>
            <pc:docMk/>
            <pc:sldMk cId="1668948699" sldId="2131907601"/>
            <ac:spMk id="2" creationId="{05753EDB-AB92-1B5E-E9E0-40EF854A3277}"/>
          </ac:spMkLst>
        </pc:spChg>
        <pc:spChg chg="mod">
          <ac:chgData name="Arutyunyan, Ruslan" userId="c242cb6e-fb44-42d4-b55d-5588a15f287c" providerId="ADAL" clId="{AE7A8832-E7C7-5CDD-B508-B5197ADDF1CB}" dt="2026-09-14T06:33:46.044" v="7361" actId="20577"/>
          <ac:spMkLst>
            <pc:docMk/>
            <pc:sldMk cId="1668948699" sldId="2131907601"/>
            <ac:spMk id="3" creationId="{45BE2F24-38F7-C1D6-5154-B2FCB6BD79E8}"/>
          </ac:spMkLst>
        </pc:spChg>
      </pc:sldChg>
      <pc:sldChg chg="addSp delSp modSp add mod">
        <pc:chgData name="Arutyunyan, Ruslan" userId="c242cb6e-fb44-42d4-b55d-5588a15f287c" providerId="ADAL" clId="{AE7A8832-E7C7-5CDD-B508-B5197ADDF1CB}" dt="2026-09-13T08:59:02.591" v="4800" actId="20577"/>
        <pc:sldMkLst>
          <pc:docMk/>
          <pc:sldMk cId="4215646033" sldId="2131907602"/>
        </pc:sldMkLst>
        <pc:spChg chg="mod">
          <ac:chgData name="Arutyunyan, Ruslan" userId="c242cb6e-fb44-42d4-b55d-5588a15f287c" providerId="ADAL" clId="{AE7A8832-E7C7-5CDD-B508-B5197ADDF1CB}" dt="2026-09-12T06:50:55.352" v="1297" actId="20577"/>
          <ac:spMkLst>
            <pc:docMk/>
            <pc:sldMk cId="4215646033" sldId="2131907602"/>
            <ac:spMk id="2" creationId="{651DFFBF-5CAE-035D-6947-7CA650049526}"/>
          </ac:spMkLst>
        </pc:spChg>
        <pc:spChg chg="mod">
          <ac:chgData name="Arutyunyan, Ruslan" userId="c242cb6e-fb44-42d4-b55d-5588a15f287c" providerId="ADAL" clId="{AE7A8832-E7C7-5CDD-B508-B5197ADDF1CB}" dt="2026-09-13T08:59:02.591" v="4800" actId="20577"/>
          <ac:spMkLst>
            <pc:docMk/>
            <pc:sldMk cId="4215646033" sldId="2131907602"/>
            <ac:spMk id="3" creationId="{A9EF0182-B27C-C89E-D46D-760CFD0C6EC4}"/>
          </ac:spMkLst>
        </pc:spChg>
      </pc:sldChg>
      <pc:sldChg chg="addSp delSp modSp add del mod modShow">
        <pc:chgData name="Arutyunyan, Ruslan" userId="c242cb6e-fb44-42d4-b55d-5588a15f287c" providerId="ADAL" clId="{AE7A8832-E7C7-5CDD-B508-B5197ADDF1CB}" dt="2026-09-16T03:58:56.142" v="7543" actId="2696"/>
        <pc:sldMkLst>
          <pc:docMk/>
          <pc:sldMk cId="3972506849" sldId="2131907605"/>
        </pc:sldMkLst>
        <pc:spChg chg="mod">
          <ac:chgData name="Arutyunyan, Ruslan" userId="c242cb6e-fb44-42d4-b55d-5588a15f287c" providerId="ADAL" clId="{AE7A8832-E7C7-5CDD-B508-B5197ADDF1CB}" dt="2026-09-12T07:46:17.387" v="1741" actId="20577"/>
          <ac:spMkLst>
            <pc:docMk/>
            <pc:sldMk cId="3972506849" sldId="2131907605"/>
            <ac:spMk id="2" creationId="{CC4C17C3-C3BD-6A93-1047-3FB861F202BF}"/>
          </ac:spMkLst>
        </pc:spChg>
        <pc:spChg chg="mod">
          <ac:chgData name="Arutyunyan, Ruslan" userId="c242cb6e-fb44-42d4-b55d-5588a15f287c" providerId="ADAL" clId="{AE7A8832-E7C7-5CDD-B508-B5197ADDF1CB}" dt="2026-09-13T09:26:32.352" v="5242" actId="20577"/>
          <ac:spMkLst>
            <pc:docMk/>
            <pc:sldMk cId="3972506849" sldId="2131907605"/>
            <ac:spMk id="3" creationId="{50CD9468-DE46-7EF4-4F17-08EDE1353983}"/>
          </ac:spMkLst>
        </pc:spChg>
        <pc:spChg chg="add del mod">
          <ac:chgData name="Arutyunyan, Ruslan" userId="c242cb6e-fb44-42d4-b55d-5588a15f287c" providerId="ADAL" clId="{AE7A8832-E7C7-5CDD-B508-B5197ADDF1CB}" dt="2026-09-13T09:22:44.211" v="5147" actId="1076"/>
          <ac:spMkLst>
            <pc:docMk/>
            <pc:sldMk cId="3972506849" sldId="2131907605"/>
            <ac:spMk id="4" creationId="{CB97AFCE-EA39-6DA2-7F06-6732DA7EBF25}"/>
          </ac:spMkLst>
        </pc:spChg>
        <pc:spChg chg="mod">
          <ac:chgData name="Arutyunyan, Ruslan" userId="c242cb6e-fb44-42d4-b55d-5588a15f287c" providerId="ADAL" clId="{AE7A8832-E7C7-5CDD-B508-B5197ADDF1CB}" dt="2026-09-13T10:29:43.422" v="5699" actId="20577"/>
          <ac:spMkLst>
            <pc:docMk/>
            <pc:sldMk cId="3972506849" sldId="2131907605"/>
            <ac:spMk id="5" creationId="{EE42B2B1-B175-DF57-F25D-9CA476A3BD5A}"/>
          </ac:spMkLst>
        </pc:spChg>
      </pc:sldChg>
      <pc:sldChg chg="addSp delSp modSp add mod">
        <pc:chgData name="Arutyunyan, Ruslan" userId="c242cb6e-fb44-42d4-b55d-5588a15f287c" providerId="ADAL" clId="{AE7A8832-E7C7-5CDD-B508-B5197ADDF1CB}" dt="2026-09-13T09:28:37.280" v="5262"/>
        <pc:sldMkLst>
          <pc:docMk/>
          <pc:sldMk cId="3746704574" sldId="2131907607"/>
        </pc:sldMkLst>
        <pc:spChg chg="mod">
          <ac:chgData name="Arutyunyan, Ruslan" userId="c242cb6e-fb44-42d4-b55d-5588a15f287c" providerId="ADAL" clId="{AE7A8832-E7C7-5CDD-B508-B5197ADDF1CB}" dt="2026-09-12T08:15:20.361" v="2279" actId="20577"/>
          <ac:spMkLst>
            <pc:docMk/>
            <pc:sldMk cId="3746704574" sldId="2131907607"/>
            <ac:spMk id="2" creationId="{BD09FDE9-0C3B-3718-F571-14CA8341FD78}"/>
          </ac:spMkLst>
        </pc:spChg>
        <pc:spChg chg="mod">
          <ac:chgData name="Arutyunyan, Ruslan" userId="c242cb6e-fb44-42d4-b55d-5588a15f287c" providerId="ADAL" clId="{AE7A8832-E7C7-5CDD-B508-B5197ADDF1CB}" dt="2026-09-13T09:28:15.867" v="5258" actId="20577"/>
          <ac:spMkLst>
            <pc:docMk/>
            <pc:sldMk cId="3746704574" sldId="2131907607"/>
            <ac:spMk id="3" creationId="{2D71EBB3-C282-C2DD-0D6A-6E78118A5318}"/>
          </ac:spMkLst>
        </pc:spChg>
        <pc:spChg chg="mod">
          <ac:chgData name="Arutyunyan, Ruslan" userId="c242cb6e-fb44-42d4-b55d-5588a15f287c" providerId="ADAL" clId="{AE7A8832-E7C7-5CDD-B508-B5197ADDF1CB}" dt="2026-09-12T08:29:51.419" v="2472" actId="6549"/>
          <ac:spMkLst>
            <pc:docMk/>
            <pc:sldMk cId="3746704574" sldId="2131907607"/>
            <ac:spMk id="4" creationId="{46055C6F-28B9-11E8-1260-BA8D85E492DC}"/>
          </ac:spMkLst>
        </pc:spChg>
        <pc:spChg chg="add mod">
          <ac:chgData name="Arutyunyan, Ruslan" userId="c242cb6e-fb44-42d4-b55d-5588a15f287c" providerId="ADAL" clId="{AE7A8832-E7C7-5CDD-B508-B5197ADDF1CB}" dt="2026-09-12T08:18:39.937" v="2312" actId="6549"/>
          <ac:spMkLst>
            <pc:docMk/>
            <pc:sldMk cId="3746704574" sldId="2131907607"/>
            <ac:spMk id="6" creationId="{208B4A77-E74C-2B39-66F9-ED30DA79CCAA}"/>
          </ac:spMkLst>
        </pc:spChg>
      </pc:sldChg>
      <pc:sldChg chg="delSp modSp add del mod modShow">
        <pc:chgData name="Arutyunyan, Ruslan" userId="c242cb6e-fb44-42d4-b55d-5588a15f287c" providerId="ADAL" clId="{AE7A8832-E7C7-5CDD-B508-B5197ADDF1CB}" dt="2026-09-16T03:59:09.202" v="7547" actId="2696"/>
        <pc:sldMkLst>
          <pc:docMk/>
          <pc:sldMk cId="3445474151" sldId="2131907608"/>
        </pc:sldMkLst>
        <pc:spChg chg="mod">
          <ac:chgData name="Arutyunyan, Ruslan" userId="c242cb6e-fb44-42d4-b55d-5588a15f287c" providerId="ADAL" clId="{AE7A8832-E7C7-5CDD-B508-B5197ADDF1CB}" dt="2026-09-13T09:30:48.518" v="5319" actId="20577"/>
          <ac:spMkLst>
            <pc:docMk/>
            <pc:sldMk cId="3445474151" sldId="2131907608"/>
            <ac:spMk id="2" creationId="{536F80BD-EEF9-9027-8A14-1218E400113F}"/>
          </ac:spMkLst>
        </pc:spChg>
        <pc:spChg chg="mod">
          <ac:chgData name="Arutyunyan, Ruslan" userId="c242cb6e-fb44-42d4-b55d-5588a15f287c" providerId="ADAL" clId="{AE7A8832-E7C7-5CDD-B508-B5197ADDF1CB}" dt="2026-09-13T09:32:33.412" v="5329" actId="20577"/>
          <ac:spMkLst>
            <pc:docMk/>
            <pc:sldMk cId="3445474151" sldId="2131907608"/>
            <ac:spMk id="3" creationId="{06613EBE-E97C-6698-8510-426D35DD3A7E}"/>
          </ac:spMkLst>
        </pc:spChg>
        <pc:spChg chg="mod">
          <ac:chgData name="Arutyunyan, Ruslan" userId="c242cb6e-fb44-42d4-b55d-5588a15f287c" providerId="ADAL" clId="{AE7A8832-E7C7-5CDD-B508-B5197ADDF1CB}" dt="2026-09-12T08:39:22.749" v="2561" actId="21"/>
          <ac:spMkLst>
            <pc:docMk/>
            <pc:sldMk cId="3445474151" sldId="2131907608"/>
            <ac:spMk id="5" creationId="{EDA5C693-A515-4190-74AA-2C3B54977062}"/>
          </ac:spMkLst>
        </pc:spChg>
        <pc:spChg chg="mod">
          <ac:chgData name="Arutyunyan, Ruslan" userId="c242cb6e-fb44-42d4-b55d-5588a15f287c" providerId="ADAL" clId="{AE7A8832-E7C7-5CDD-B508-B5197ADDF1CB}" dt="2026-09-12T08:44:28.545" v="2648" actId="6549"/>
          <ac:spMkLst>
            <pc:docMk/>
            <pc:sldMk cId="3445474151" sldId="2131907608"/>
            <ac:spMk id="6" creationId="{6C1428AF-DA80-32A5-A212-F874B882EEA4}"/>
          </ac:spMkLst>
        </pc:spChg>
      </pc:sldChg>
      <pc:sldChg chg="modSp add mod ord">
        <pc:chgData name="Arutyunyan, Ruslan" userId="c242cb6e-fb44-42d4-b55d-5588a15f287c" providerId="ADAL" clId="{AE7A8832-E7C7-5CDD-B508-B5197ADDF1CB}" dt="2026-09-14T07:08:00.043" v="7473" actId="20577"/>
        <pc:sldMkLst>
          <pc:docMk/>
          <pc:sldMk cId="3634967722" sldId="2131907609"/>
        </pc:sldMkLst>
        <pc:spChg chg="mod">
          <ac:chgData name="Arutyunyan, Ruslan" userId="c242cb6e-fb44-42d4-b55d-5588a15f287c" providerId="ADAL" clId="{AE7A8832-E7C7-5CDD-B508-B5197ADDF1CB}" dt="2026-09-13T10:55:10.744" v="6390" actId="20577"/>
          <ac:spMkLst>
            <pc:docMk/>
            <pc:sldMk cId="3634967722" sldId="2131907609"/>
            <ac:spMk id="2" creationId="{99367BEF-90B4-6A20-B233-1A4D62BA7E7F}"/>
          </ac:spMkLst>
        </pc:spChg>
        <pc:spChg chg="mod">
          <ac:chgData name="Arutyunyan, Ruslan" userId="c242cb6e-fb44-42d4-b55d-5588a15f287c" providerId="ADAL" clId="{AE7A8832-E7C7-5CDD-B508-B5197ADDF1CB}" dt="2026-09-13T10:59:15.679" v="6432" actId="20577"/>
          <ac:spMkLst>
            <pc:docMk/>
            <pc:sldMk cId="3634967722" sldId="2131907609"/>
            <ac:spMk id="3" creationId="{C3079BE5-0225-E9E5-A5EA-E3EEE6BF13B4}"/>
          </ac:spMkLst>
        </pc:spChg>
        <pc:spChg chg="mod">
          <ac:chgData name="Arutyunyan, Ruslan" userId="c242cb6e-fb44-42d4-b55d-5588a15f287c" providerId="ADAL" clId="{AE7A8832-E7C7-5CDD-B508-B5197ADDF1CB}" dt="2026-09-14T07:08:00.043" v="7473" actId="20577"/>
          <ac:spMkLst>
            <pc:docMk/>
            <pc:sldMk cId="3634967722" sldId="2131907609"/>
            <ac:spMk id="4" creationId="{1DD9F82A-F491-DABC-2EA6-4F4871B87AA9}"/>
          </ac:spMkLst>
        </pc:spChg>
        <pc:spChg chg="mod">
          <ac:chgData name="Arutyunyan, Ruslan" userId="c242cb6e-fb44-42d4-b55d-5588a15f287c" providerId="ADAL" clId="{AE7A8832-E7C7-5CDD-B508-B5197ADDF1CB}" dt="2026-09-13T10:58:32.180" v="6429" actId="20577"/>
          <ac:spMkLst>
            <pc:docMk/>
            <pc:sldMk cId="3634967722" sldId="2131907609"/>
            <ac:spMk id="5" creationId="{2D8273F5-7FB5-7210-5280-1B16E72D34FB}"/>
          </ac:spMkLst>
        </pc:spChg>
      </pc:sldChg>
      <pc:sldChg chg="modSp add mod">
        <pc:chgData name="Arutyunyan, Ruslan" userId="c242cb6e-fb44-42d4-b55d-5588a15f287c" providerId="ADAL" clId="{AE7A8832-E7C7-5CDD-B508-B5197ADDF1CB}" dt="2026-09-14T06:00:01.423" v="7328" actId="6549"/>
        <pc:sldMkLst>
          <pc:docMk/>
          <pc:sldMk cId="4002909429" sldId="2131907610"/>
        </pc:sldMkLst>
        <pc:spChg chg="mod">
          <ac:chgData name="Arutyunyan, Ruslan" userId="c242cb6e-fb44-42d4-b55d-5588a15f287c" providerId="ADAL" clId="{AE7A8832-E7C7-5CDD-B508-B5197ADDF1CB}" dt="2026-09-14T06:00:01.423" v="7328" actId="6549"/>
          <ac:spMkLst>
            <pc:docMk/>
            <pc:sldMk cId="4002909429" sldId="2131907610"/>
            <ac:spMk id="3" creationId="{707921F9-C9EC-075A-6D0C-7774F831649A}"/>
          </ac:spMkLst>
        </pc:spChg>
      </pc:sldChg>
      <pc:sldChg chg="modSp add mod">
        <pc:chgData name="Arutyunyan, Ruslan" userId="c242cb6e-fb44-42d4-b55d-5588a15f287c" providerId="ADAL" clId="{AE7A8832-E7C7-5CDD-B508-B5197ADDF1CB}" dt="2026-09-12T22:07:38.516" v="2782" actId="20577"/>
        <pc:sldMkLst>
          <pc:docMk/>
          <pc:sldMk cId="2576350630" sldId="2131907611"/>
        </pc:sldMkLst>
        <pc:spChg chg="mod">
          <ac:chgData name="Arutyunyan, Ruslan" userId="c242cb6e-fb44-42d4-b55d-5588a15f287c" providerId="ADAL" clId="{AE7A8832-E7C7-5CDD-B508-B5197ADDF1CB}" dt="2026-09-12T22:07:38.516" v="2782" actId="20577"/>
          <ac:spMkLst>
            <pc:docMk/>
            <pc:sldMk cId="2576350630" sldId="2131907611"/>
            <ac:spMk id="2" creationId="{6D8A80CA-0112-D57C-7CE9-61C73D841175}"/>
          </ac:spMkLst>
        </pc:spChg>
      </pc:sldChg>
      <pc:sldChg chg="delSp modSp add mod ord">
        <pc:chgData name="Arutyunyan, Ruslan" userId="c242cb6e-fb44-42d4-b55d-5588a15f287c" providerId="ADAL" clId="{AE7A8832-E7C7-5CDD-B508-B5197ADDF1CB}" dt="2026-09-14T03:27:25.066" v="6621" actId="20577"/>
        <pc:sldMkLst>
          <pc:docMk/>
          <pc:sldMk cId="2967310876" sldId="2131907613"/>
        </pc:sldMkLst>
        <pc:spChg chg="mod">
          <ac:chgData name="Arutyunyan, Ruslan" userId="c242cb6e-fb44-42d4-b55d-5588a15f287c" providerId="ADAL" clId="{AE7A8832-E7C7-5CDD-B508-B5197ADDF1CB}" dt="2026-09-14T03:27:25.066" v="6621" actId="20577"/>
          <ac:spMkLst>
            <pc:docMk/>
            <pc:sldMk cId="2967310876" sldId="2131907613"/>
            <ac:spMk id="2" creationId="{535099DD-6FC2-53AD-244B-F7605414F079}"/>
          </ac:spMkLst>
        </pc:spChg>
        <pc:spChg chg="mod">
          <ac:chgData name="Arutyunyan, Ruslan" userId="c242cb6e-fb44-42d4-b55d-5588a15f287c" providerId="ADAL" clId="{AE7A8832-E7C7-5CDD-B508-B5197ADDF1CB}" dt="2026-09-13T08:18:44.650" v="4291" actId="948"/>
          <ac:spMkLst>
            <pc:docMk/>
            <pc:sldMk cId="2967310876" sldId="2131907613"/>
            <ac:spMk id="3" creationId="{C93105E4-2CA2-4DAD-1543-3EE4924A2DEC}"/>
          </ac:spMkLst>
        </pc:spChg>
        <pc:spChg chg="mod">
          <ac:chgData name="Arutyunyan, Ruslan" userId="c242cb6e-fb44-42d4-b55d-5588a15f287c" providerId="ADAL" clId="{AE7A8832-E7C7-5CDD-B508-B5197ADDF1CB}" dt="2026-09-13T04:02:43.505" v="2911"/>
          <ac:spMkLst>
            <pc:docMk/>
            <pc:sldMk cId="2967310876" sldId="2131907613"/>
            <ac:spMk id="5" creationId="{8A82C650-5277-6260-0E95-8F67119606D0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27:33.319" v="6629" actId="20577"/>
        <pc:sldMkLst>
          <pc:docMk/>
          <pc:sldMk cId="1776400821" sldId="2131907614"/>
        </pc:sldMkLst>
        <pc:spChg chg="mod">
          <ac:chgData name="Arutyunyan, Ruslan" userId="c242cb6e-fb44-42d4-b55d-5588a15f287c" providerId="ADAL" clId="{AE7A8832-E7C7-5CDD-B508-B5197ADDF1CB}" dt="2026-09-14T03:27:33.319" v="6629" actId="20577"/>
          <ac:spMkLst>
            <pc:docMk/>
            <pc:sldMk cId="1776400821" sldId="2131907614"/>
            <ac:spMk id="2" creationId="{6B82F6A9-2318-08C0-3712-2AF5C1B31FB8}"/>
          </ac:spMkLst>
        </pc:spChg>
        <pc:spChg chg="mod">
          <ac:chgData name="Arutyunyan, Ruslan" userId="c242cb6e-fb44-42d4-b55d-5588a15f287c" providerId="ADAL" clId="{AE7A8832-E7C7-5CDD-B508-B5197ADDF1CB}" dt="2026-09-13T04:04:33.679" v="2939"/>
          <ac:spMkLst>
            <pc:docMk/>
            <pc:sldMk cId="1776400821" sldId="2131907614"/>
            <ac:spMk id="3" creationId="{2A682BFE-34C8-24C2-D56C-7EBC857F52A2}"/>
          </ac:spMkLst>
        </pc:spChg>
        <pc:spChg chg="mod">
          <ac:chgData name="Arutyunyan, Ruslan" userId="c242cb6e-fb44-42d4-b55d-5588a15f287c" providerId="ADAL" clId="{AE7A8832-E7C7-5CDD-B508-B5197ADDF1CB}" dt="2026-09-13T04:04:59.872" v="2942" actId="6549"/>
          <ac:spMkLst>
            <pc:docMk/>
            <pc:sldMk cId="1776400821" sldId="2131907614"/>
            <ac:spMk id="6" creationId="{370DD217-545A-7E5A-3600-C64FAA1C1452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34:10.296" v="6686" actId="6549"/>
        <pc:sldMkLst>
          <pc:docMk/>
          <pc:sldMk cId="3928405582" sldId="2131907617"/>
        </pc:sldMkLst>
        <pc:spChg chg="mod">
          <ac:chgData name="Arutyunyan, Ruslan" userId="c242cb6e-fb44-42d4-b55d-5588a15f287c" providerId="ADAL" clId="{AE7A8832-E7C7-5CDD-B508-B5197ADDF1CB}" dt="2026-09-13T04:39:21.849" v="3217" actId="20577"/>
          <ac:spMkLst>
            <pc:docMk/>
            <pc:sldMk cId="3928405582" sldId="2131907617"/>
            <ac:spMk id="2" creationId="{ECDAF859-BABF-89C9-7AF6-7EF10A02DFC2}"/>
          </ac:spMkLst>
        </pc:spChg>
        <pc:spChg chg="mod">
          <ac:chgData name="Arutyunyan, Ruslan" userId="c242cb6e-fb44-42d4-b55d-5588a15f287c" providerId="ADAL" clId="{AE7A8832-E7C7-5CDD-B508-B5197ADDF1CB}" dt="2026-09-14T03:34:10.296" v="6686" actId="6549"/>
          <ac:spMkLst>
            <pc:docMk/>
            <pc:sldMk cId="3928405582" sldId="2131907617"/>
            <ac:spMk id="3" creationId="{01B25555-B8C3-D3E5-3548-98E360960077}"/>
          </ac:spMkLst>
        </pc:spChg>
        <pc:spChg chg="mod">
          <ac:chgData name="Arutyunyan, Ruslan" userId="c242cb6e-fb44-42d4-b55d-5588a15f287c" providerId="ADAL" clId="{AE7A8832-E7C7-5CDD-B508-B5197ADDF1CB}" dt="2026-09-14T03:33:06.781" v="6672" actId="20577"/>
          <ac:spMkLst>
            <pc:docMk/>
            <pc:sldMk cId="3928405582" sldId="2131907617"/>
            <ac:spMk id="5" creationId="{5443F1F7-F951-AFC2-E999-7D39F9646C6B}"/>
          </ac:spMkLst>
        </pc:spChg>
        <pc:spChg chg="mod">
          <ac:chgData name="Arutyunyan, Ruslan" userId="c242cb6e-fb44-42d4-b55d-5588a15f287c" providerId="ADAL" clId="{AE7A8832-E7C7-5CDD-B508-B5197ADDF1CB}" dt="2026-09-13T04:44:02.775" v="3274" actId="6549"/>
          <ac:spMkLst>
            <pc:docMk/>
            <pc:sldMk cId="3928405582" sldId="2131907617"/>
            <ac:spMk id="6" creationId="{DEB3893C-7926-38C4-725D-975CE6FA05B9}"/>
          </ac:spMkLst>
        </pc:spChg>
      </pc:sldChg>
      <pc:sldChg chg="modSp add mod ord">
        <pc:chgData name="Arutyunyan, Ruslan" userId="c242cb6e-fb44-42d4-b55d-5588a15f287c" providerId="ADAL" clId="{AE7A8832-E7C7-5CDD-B508-B5197ADDF1CB}" dt="2026-09-14T03:35:24.755" v="6688" actId="6549"/>
        <pc:sldMkLst>
          <pc:docMk/>
          <pc:sldMk cId="3670643741" sldId="2131907618"/>
        </pc:sldMkLst>
        <pc:spChg chg="mod">
          <ac:chgData name="Arutyunyan, Ruslan" userId="c242cb6e-fb44-42d4-b55d-5588a15f287c" providerId="ADAL" clId="{AE7A8832-E7C7-5CDD-B508-B5197ADDF1CB}" dt="2026-09-13T04:46:55.688" v="3284" actId="20577"/>
          <ac:spMkLst>
            <pc:docMk/>
            <pc:sldMk cId="3670643741" sldId="2131907618"/>
            <ac:spMk id="2" creationId="{F52AA2D2-C042-79E4-7C45-88A781E652CF}"/>
          </ac:spMkLst>
        </pc:spChg>
        <pc:spChg chg="mod">
          <ac:chgData name="Arutyunyan, Ruslan" userId="c242cb6e-fb44-42d4-b55d-5588a15f287c" providerId="ADAL" clId="{AE7A8832-E7C7-5CDD-B508-B5197ADDF1CB}" dt="2026-09-14T03:35:24.755" v="6688" actId="6549"/>
          <ac:spMkLst>
            <pc:docMk/>
            <pc:sldMk cId="3670643741" sldId="2131907618"/>
            <ac:spMk id="3" creationId="{15DBAE34-D018-1EC0-C4E0-161C38606644}"/>
          </ac:spMkLst>
        </pc:spChg>
        <pc:spChg chg="mod">
          <ac:chgData name="Arutyunyan, Ruslan" userId="c242cb6e-fb44-42d4-b55d-5588a15f287c" providerId="ADAL" clId="{AE7A8832-E7C7-5CDD-B508-B5197ADDF1CB}" dt="2026-09-13T04:50:21.249" v="3314"/>
          <ac:spMkLst>
            <pc:docMk/>
            <pc:sldMk cId="3670643741" sldId="2131907618"/>
            <ac:spMk id="5" creationId="{5385DDA8-436D-1A3B-F60F-B0D2AB8C2C39}"/>
          </ac:spMkLst>
        </pc:spChg>
        <pc:spChg chg="mod">
          <ac:chgData name="Arutyunyan, Ruslan" userId="c242cb6e-fb44-42d4-b55d-5588a15f287c" providerId="ADAL" clId="{AE7A8832-E7C7-5CDD-B508-B5197ADDF1CB}" dt="2026-09-13T08:19:17.595" v="4293" actId="1076"/>
          <ac:spMkLst>
            <pc:docMk/>
            <pc:sldMk cId="3670643741" sldId="2131907618"/>
            <ac:spMk id="6" creationId="{E337A40A-2652-9F32-1E7C-D460D750BE82}"/>
          </ac:spMkLst>
        </pc:spChg>
      </pc:sldChg>
      <pc:sldChg chg="modSp add mod">
        <pc:chgData name="Arutyunyan, Ruslan" userId="c242cb6e-fb44-42d4-b55d-5588a15f287c" providerId="ADAL" clId="{AE7A8832-E7C7-5CDD-B508-B5197ADDF1CB}" dt="2026-09-14T07:21:45.054" v="7485" actId="20577"/>
        <pc:sldMkLst>
          <pc:docMk/>
          <pc:sldMk cId="3957004325" sldId="2131907619"/>
        </pc:sldMkLst>
        <pc:spChg chg="mod">
          <ac:chgData name="Arutyunyan, Ruslan" userId="c242cb6e-fb44-42d4-b55d-5588a15f287c" providerId="ADAL" clId="{AE7A8832-E7C7-5CDD-B508-B5197ADDF1CB}" dt="2026-09-13T04:55:27.811" v="3357" actId="20577"/>
          <ac:spMkLst>
            <pc:docMk/>
            <pc:sldMk cId="3957004325" sldId="2131907619"/>
            <ac:spMk id="2" creationId="{30703B9F-EACE-A93C-BD0E-8CD6A9A297ED}"/>
          </ac:spMkLst>
        </pc:spChg>
        <pc:spChg chg="mod">
          <ac:chgData name="Arutyunyan, Ruslan" userId="c242cb6e-fb44-42d4-b55d-5588a15f287c" providerId="ADAL" clId="{AE7A8832-E7C7-5CDD-B508-B5197ADDF1CB}" dt="2026-09-14T07:21:39.387" v="7483" actId="20577"/>
          <ac:spMkLst>
            <pc:docMk/>
            <pc:sldMk cId="3957004325" sldId="2131907619"/>
            <ac:spMk id="3" creationId="{8F762BB4-19D6-D959-2A3D-F01F427441FD}"/>
          </ac:spMkLst>
        </pc:spChg>
        <pc:spChg chg="mod">
          <ac:chgData name="Arutyunyan, Ruslan" userId="c242cb6e-fb44-42d4-b55d-5588a15f287c" providerId="ADAL" clId="{AE7A8832-E7C7-5CDD-B508-B5197ADDF1CB}" dt="2026-09-14T07:21:45.054" v="7485" actId="20577"/>
          <ac:spMkLst>
            <pc:docMk/>
            <pc:sldMk cId="3957004325" sldId="2131907619"/>
            <ac:spMk id="5" creationId="{1B9E43DF-C7D1-A729-3B09-A63135E50EDE}"/>
          </ac:spMkLst>
        </pc:spChg>
        <pc:spChg chg="mod">
          <ac:chgData name="Arutyunyan, Ruslan" userId="c242cb6e-fb44-42d4-b55d-5588a15f287c" providerId="ADAL" clId="{AE7A8832-E7C7-5CDD-B508-B5197ADDF1CB}" dt="2026-09-13T08:19:39.647" v="4295" actId="1076"/>
          <ac:spMkLst>
            <pc:docMk/>
            <pc:sldMk cId="3957004325" sldId="2131907619"/>
            <ac:spMk id="6" creationId="{2B7D89D4-7314-32BF-6036-C95EA34C3290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8:32.628" v="7537" actId="2696"/>
        <pc:sldMkLst>
          <pc:docMk/>
          <pc:sldMk cId="470106181" sldId="2131907620"/>
        </pc:sldMkLst>
      </pc:sldChg>
      <pc:sldChg chg="modSp add mod">
        <pc:chgData name="Arutyunyan, Ruslan" userId="c242cb6e-fb44-42d4-b55d-5588a15f287c" providerId="ADAL" clId="{AE7A8832-E7C7-5CDD-B508-B5197ADDF1CB}" dt="2026-09-14T03:48:54.652" v="6853" actId="20577"/>
        <pc:sldMkLst>
          <pc:docMk/>
          <pc:sldMk cId="3699940366" sldId="2131907622"/>
        </pc:sldMkLst>
        <pc:spChg chg="mod">
          <ac:chgData name="Arutyunyan, Ruslan" userId="c242cb6e-fb44-42d4-b55d-5588a15f287c" providerId="ADAL" clId="{AE7A8832-E7C7-5CDD-B508-B5197ADDF1CB}" dt="2026-09-13T05:35:00.065" v="3756" actId="20577"/>
          <ac:spMkLst>
            <pc:docMk/>
            <pc:sldMk cId="3699940366" sldId="2131907622"/>
            <ac:spMk id="2" creationId="{3305C75F-58D6-E6AD-3095-E641640EEAC9}"/>
          </ac:spMkLst>
        </pc:spChg>
        <pc:spChg chg="mod">
          <ac:chgData name="Arutyunyan, Ruslan" userId="c242cb6e-fb44-42d4-b55d-5588a15f287c" providerId="ADAL" clId="{AE7A8832-E7C7-5CDD-B508-B5197ADDF1CB}" dt="2026-09-14T03:48:54.652" v="6853" actId="20577"/>
          <ac:spMkLst>
            <pc:docMk/>
            <pc:sldMk cId="3699940366" sldId="2131907622"/>
            <ac:spMk id="3" creationId="{9BFD9738-BFC9-C877-663E-C5F29A76E868}"/>
          </ac:spMkLst>
        </pc:spChg>
        <pc:spChg chg="mod">
          <ac:chgData name="Arutyunyan, Ruslan" userId="c242cb6e-fb44-42d4-b55d-5588a15f287c" providerId="ADAL" clId="{AE7A8832-E7C7-5CDD-B508-B5197ADDF1CB}" dt="2026-09-14T03:42:44.052" v="6780" actId="21"/>
          <ac:spMkLst>
            <pc:docMk/>
            <pc:sldMk cId="3699940366" sldId="2131907622"/>
            <ac:spMk id="5" creationId="{52B2BA94-4951-5908-DD6B-55D39ACA0122}"/>
          </ac:spMkLst>
        </pc:spChg>
        <pc:spChg chg="mod">
          <ac:chgData name="Arutyunyan, Ruslan" userId="c242cb6e-fb44-42d4-b55d-5588a15f287c" providerId="ADAL" clId="{AE7A8832-E7C7-5CDD-B508-B5197ADDF1CB}" dt="2026-09-13T06:37:52.356" v="3977" actId="6549"/>
          <ac:spMkLst>
            <pc:docMk/>
            <pc:sldMk cId="3699940366" sldId="2131907622"/>
            <ac:spMk id="6" creationId="{A44518ED-26EF-D611-CA6B-ADC674CEEA49}"/>
          </ac:spMkLst>
        </pc:spChg>
      </pc:sldChg>
      <pc:sldChg chg="modSp add del mod">
        <pc:chgData name="Arutyunyan, Ruslan" userId="c242cb6e-fb44-42d4-b55d-5588a15f287c" providerId="ADAL" clId="{AE7A8832-E7C7-5CDD-B508-B5197ADDF1CB}" dt="2026-09-16T03:59:27.322" v="7552" actId="2696"/>
        <pc:sldMkLst>
          <pc:docMk/>
          <pc:sldMk cId="806955096" sldId="2131907623"/>
        </pc:sldMkLst>
        <pc:spChg chg="mod">
          <ac:chgData name="Arutyunyan, Ruslan" userId="c242cb6e-fb44-42d4-b55d-5588a15f287c" providerId="ADAL" clId="{AE7A8832-E7C7-5CDD-B508-B5197ADDF1CB}" dt="2026-09-13T05:45:27.390" v="3889" actId="5793"/>
          <ac:spMkLst>
            <pc:docMk/>
            <pc:sldMk cId="806955096" sldId="2131907623"/>
            <ac:spMk id="2" creationId="{885C04E3-6BDC-6800-98E0-9097C5FF6B1D}"/>
          </ac:spMkLst>
        </pc:spChg>
        <pc:spChg chg="mod">
          <ac:chgData name="Arutyunyan, Ruslan" userId="c242cb6e-fb44-42d4-b55d-5588a15f287c" providerId="ADAL" clId="{AE7A8832-E7C7-5CDD-B508-B5197ADDF1CB}" dt="2026-09-13T06:08:12.280" v="3920" actId="6549"/>
          <ac:spMkLst>
            <pc:docMk/>
            <pc:sldMk cId="806955096" sldId="2131907623"/>
            <ac:spMk id="3" creationId="{DDCB4CF6-7512-24B6-D4AF-A7A81CD4FF19}"/>
          </ac:spMkLst>
        </pc:spChg>
        <pc:spChg chg="mod">
          <ac:chgData name="Arutyunyan, Ruslan" userId="c242cb6e-fb44-42d4-b55d-5588a15f287c" providerId="ADAL" clId="{AE7A8832-E7C7-5CDD-B508-B5197ADDF1CB}" dt="2026-09-13T06:14:01.436" v="3921" actId="113"/>
          <ac:spMkLst>
            <pc:docMk/>
            <pc:sldMk cId="806955096" sldId="2131907623"/>
            <ac:spMk id="5" creationId="{6F033F0C-72E7-89D8-B7A9-332DA22F660F}"/>
          </ac:spMkLst>
        </pc:spChg>
        <pc:spChg chg="mod">
          <ac:chgData name="Arutyunyan, Ruslan" userId="c242cb6e-fb44-42d4-b55d-5588a15f287c" providerId="ADAL" clId="{AE7A8832-E7C7-5CDD-B508-B5197ADDF1CB}" dt="2026-09-13T06:18:48.640" v="3924" actId="6549"/>
          <ac:spMkLst>
            <pc:docMk/>
            <pc:sldMk cId="806955096" sldId="2131907623"/>
            <ac:spMk id="6" creationId="{316CC41E-3A6D-42A5-6EAB-6E0C2229F831}"/>
          </ac:spMkLst>
        </pc:spChg>
      </pc:sldChg>
      <pc:sldChg chg="add">
        <pc:chgData name="Arutyunyan, Ruslan" userId="c242cb6e-fb44-42d4-b55d-5588a15f287c" providerId="ADAL" clId="{AE7A8832-E7C7-5CDD-B508-B5197ADDF1CB}" dt="2026-09-13T08:20:59.854" v="4296"/>
        <pc:sldMkLst>
          <pc:docMk/>
          <pc:sldMk cId="28218641" sldId="2131907624"/>
        </pc:sldMkLst>
      </pc:sldChg>
      <pc:sldChg chg="add">
        <pc:chgData name="Arutyunyan, Ruslan" userId="c242cb6e-fb44-42d4-b55d-5588a15f287c" providerId="ADAL" clId="{AE7A8832-E7C7-5CDD-B508-B5197ADDF1CB}" dt="2026-09-13T08:21:06.420" v="4301"/>
        <pc:sldMkLst>
          <pc:docMk/>
          <pc:sldMk cId="2282013010" sldId="2131907625"/>
        </pc:sldMkLst>
      </pc:sldChg>
      <pc:sldChg chg="add">
        <pc:chgData name="Arutyunyan, Ruslan" userId="c242cb6e-fb44-42d4-b55d-5588a15f287c" providerId="ADAL" clId="{AE7A8832-E7C7-5CDD-B508-B5197ADDF1CB}" dt="2026-09-13T08:21:13.055" v="4304"/>
        <pc:sldMkLst>
          <pc:docMk/>
          <pc:sldMk cId="2305760480" sldId="2131907626"/>
        </pc:sldMkLst>
      </pc:sldChg>
      <pc:sldChg chg="add">
        <pc:chgData name="Arutyunyan, Ruslan" userId="c242cb6e-fb44-42d4-b55d-5588a15f287c" providerId="ADAL" clId="{AE7A8832-E7C7-5CDD-B508-B5197ADDF1CB}" dt="2026-09-13T08:21:30.566" v="4315"/>
        <pc:sldMkLst>
          <pc:docMk/>
          <pc:sldMk cId="1692603666" sldId="2131907627"/>
        </pc:sldMkLst>
      </pc:sldChg>
      <pc:sldChg chg="modSp add mod ord">
        <pc:chgData name="Arutyunyan, Ruslan" userId="c242cb6e-fb44-42d4-b55d-5588a15f287c" providerId="ADAL" clId="{AE7A8832-E7C7-5CDD-B508-B5197ADDF1CB}" dt="2026-09-13T08:33:59.524" v="4599" actId="6549"/>
        <pc:sldMkLst>
          <pc:docMk/>
          <pc:sldMk cId="100229045" sldId="2131907628"/>
        </pc:sldMkLst>
        <pc:spChg chg="mod">
          <ac:chgData name="Arutyunyan, Ruslan" userId="c242cb6e-fb44-42d4-b55d-5588a15f287c" providerId="ADAL" clId="{AE7A8832-E7C7-5CDD-B508-B5197ADDF1CB}" dt="2026-09-13T08:33:59.524" v="4599" actId="6549"/>
          <ac:spMkLst>
            <pc:docMk/>
            <pc:sldMk cId="100229045" sldId="2131907628"/>
            <ac:spMk id="3" creationId="{877B1607-70F8-FFC5-B0AB-A2C71C8822ED}"/>
          </ac:spMkLst>
        </pc:spChg>
      </pc:sldChg>
      <pc:sldChg chg="add">
        <pc:chgData name="Arutyunyan, Ruslan" userId="c242cb6e-fb44-42d4-b55d-5588a15f287c" providerId="ADAL" clId="{AE7A8832-E7C7-5CDD-B508-B5197ADDF1CB}" dt="2026-09-13T08:21:56.690" v="4326"/>
        <pc:sldMkLst>
          <pc:docMk/>
          <pc:sldMk cId="1603453228" sldId="2131907629"/>
        </pc:sldMkLst>
      </pc:sldChg>
      <pc:sldChg chg="add">
        <pc:chgData name="Arutyunyan, Ruslan" userId="c242cb6e-fb44-42d4-b55d-5588a15f287c" providerId="ADAL" clId="{AE7A8832-E7C7-5CDD-B508-B5197ADDF1CB}" dt="2026-09-13T08:22:03.601" v="4330"/>
        <pc:sldMkLst>
          <pc:docMk/>
          <pc:sldMk cId="796730965" sldId="2131907630"/>
        </pc:sldMkLst>
      </pc:sldChg>
      <pc:sldChg chg="add">
        <pc:chgData name="Arutyunyan, Ruslan" userId="c242cb6e-fb44-42d4-b55d-5588a15f287c" providerId="ADAL" clId="{AE7A8832-E7C7-5CDD-B508-B5197ADDF1CB}" dt="2026-09-13T08:22:09.642" v="4334"/>
        <pc:sldMkLst>
          <pc:docMk/>
          <pc:sldMk cId="2369910227" sldId="2131907631"/>
        </pc:sldMkLst>
      </pc:sldChg>
      <pc:sldChg chg="add">
        <pc:chgData name="Arutyunyan, Ruslan" userId="c242cb6e-fb44-42d4-b55d-5588a15f287c" providerId="ADAL" clId="{AE7A8832-E7C7-5CDD-B508-B5197ADDF1CB}" dt="2026-09-13T08:22:16.240" v="4338"/>
        <pc:sldMkLst>
          <pc:docMk/>
          <pc:sldMk cId="1197419592" sldId="2131907632"/>
        </pc:sldMkLst>
      </pc:sldChg>
      <pc:sldChg chg="add">
        <pc:chgData name="Arutyunyan, Ruslan" userId="c242cb6e-fb44-42d4-b55d-5588a15f287c" providerId="ADAL" clId="{AE7A8832-E7C7-5CDD-B508-B5197ADDF1CB}" dt="2026-09-13T08:22:24.140" v="4342"/>
        <pc:sldMkLst>
          <pc:docMk/>
          <pc:sldMk cId="216619327" sldId="2131907633"/>
        </pc:sldMkLst>
      </pc:sldChg>
      <pc:sldChg chg="add">
        <pc:chgData name="Arutyunyan, Ruslan" userId="c242cb6e-fb44-42d4-b55d-5588a15f287c" providerId="ADAL" clId="{AE7A8832-E7C7-5CDD-B508-B5197ADDF1CB}" dt="2026-09-13T08:23:10.905" v="4351"/>
        <pc:sldMkLst>
          <pc:docMk/>
          <pc:sldMk cId="182695581" sldId="2131907634"/>
        </pc:sldMkLst>
      </pc:sldChg>
      <pc:sldChg chg="add">
        <pc:chgData name="Arutyunyan, Ruslan" userId="c242cb6e-fb44-42d4-b55d-5588a15f287c" providerId="ADAL" clId="{AE7A8832-E7C7-5CDD-B508-B5197ADDF1CB}" dt="2026-09-13T08:23:19.161" v="4354"/>
        <pc:sldMkLst>
          <pc:docMk/>
          <pc:sldMk cId="1554331162" sldId="2131907635"/>
        </pc:sldMkLst>
      </pc:sldChg>
      <pc:sldChg chg="add">
        <pc:chgData name="Arutyunyan, Ruslan" userId="c242cb6e-fb44-42d4-b55d-5588a15f287c" providerId="ADAL" clId="{AE7A8832-E7C7-5CDD-B508-B5197ADDF1CB}" dt="2026-09-13T08:23:27.253" v="4357"/>
        <pc:sldMkLst>
          <pc:docMk/>
          <pc:sldMk cId="1667260989" sldId="2131907636"/>
        </pc:sldMkLst>
      </pc:sldChg>
      <pc:sldChg chg="add">
        <pc:chgData name="Arutyunyan, Ruslan" userId="c242cb6e-fb44-42d4-b55d-5588a15f287c" providerId="ADAL" clId="{AE7A8832-E7C7-5CDD-B508-B5197ADDF1CB}" dt="2026-09-13T08:29:19.234" v="4547"/>
        <pc:sldMkLst>
          <pc:docMk/>
          <pc:sldMk cId="2774129544" sldId="2131907637"/>
        </pc:sldMkLst>
      </pc:sldChg>
      <pc:sldChg chg="add">
        <pc:chgData name="Arutyunyan, Ruslan" userId="c242cb6e-fb44-42d4-b55d-5588a15f287c" providerId="ADAL" clId="{AE7A8832-E7C7-5CDD-B508-B5197ADDF1CB}" dt="2026-09-13T08:29:27.319" v="4550"/>
        <pc:sldMkLst>
          <pc:docMk/>
          <pc:sldMk cId="3085421558" sldId="2131907638"/>
        </pc:sldMkLst>
      </pc:sldChg>
      <pc:sldChg chg="add">
        <pc:chgData name="Arutyunyan, Ruslan" userId="c242cb6e-fb44-42d4-b55d-5588a15f287c" providerId="ADAL" clId="{AE7A8832-E7C7-5CDD-B508-B5197ADDF1CB}" dt="2026-09-13T08:29:35.374" v="4554"/>
        <pc:sldMkLst>
          <pc:docMk/>
          <pc:sldMk cId="2256312700" sldId="2131907639"/>
        </pc:sldMkLst>
      </pc:sldChg>
      <pc:sldChg chg="add">
        <pc:chgData name="Arutyunyan, Ruslan" userId="c242cb6e-fb44-42d4-b55d-5588a15f287c" providerId="ADAL" clId="{AE7A8832-E7C7-5CDD-B508-B5197ADDF1CB}" dt="2026-09-13T10:07:56.591" v="5587"/>
        <pc:sldMkLst>
          <pc:docMk/>
          <pc:sldMk cId="2267508836" sldId="2131907640"/>
        </pc:sldMkLst>
      </pc:sldChg>
      <pc:sldChg chg="add">
        <pc:chgData name="Arutyunyan, Ruslan" userId="c242cb6e-fb44-42d4-b55d-5588a15f287c" providerId="ADAL" clId="{AE7A8832-E7C7-5CDD-B508-B5197ADDF1CB}" dt="2026-09-13T08:31:05.161" v="4562"/>
        <pc:sldMkLst>
          <pc:docMk/>
          <pc:sldMk cId="1082581988" sldId="2131907641"/>
        </pc:sldMkLst>
      </pc:sldChg>
      <pc:sldChg chg="modSp add">
        <pc:chgData name="Arutyunyan, Ruslan" userId="c242cb6e-fb44-42d4-b55d-5588a15f287c" providerId="ADAL" clId="{AE7A8832-E7C7-5CDD-B508-B5197ADDF1CB}" dt="2026-09-13T10:04:27.166" v="5585"/>
        <pc:sldMkLst>
          <pc:docMk/>
          <pc:sldMk cId="1444886689" sldId="2131907642"/>
        </pc:sldMkLst>
        <pc:spChg chg="mod">
          <ac:chgData name="Arutyunyan, Ruslan" userId="c242cb6e-fb44-42d4-b55d-5588a15f287c" providerId="ADAL" clId="{AE7A8832-E7C7-5CDD-B508-B5197ADDF1CB}" dt="2026-09-13T10:04:27.166" v="5585"/>
          <ac:spMkLst>
            <pc:docMk/>
            <pc:sldMk cId="1444886689" sldId="2131907642"/>
            <ac:spMk id="6" creationId="{94C888DA-E93E-CC01-8DD8-5C743CC684DF}"/>
          </ac:spMkLst>
        </pc:spChg>
      </pc:sldChg>
      <pc:sldChg chg="modSp add mod">
        <pc:chgData name="Arutyunyan, Ruslan" userId="c242cb6e-fb44-42d4-b55d-5588a15f287c" providerId="ADAL" clId="{AE7A8832-E7C7-5CDD-B508-B5197ADDF1CB}" dt="2026-09-13T10:03:40.148" v="5575" actId="20577"/>
        <pc:sldMkLst>
          <pc:docMk/>
          <pc:sldMk cId="1940078035" sldId="2131907643"/>
        </pc:sldMkLst>
        <pc:spChg chg="mod">
          <ac:chgData name="Arutyunyan, Ruslan" userId="c242cb6e-fb44-42d4-b55d-5588a15f287c" providerId="ADAL" clId="{AE7A8832-E7C7-5CDD-B508-B5197ADDF1CB}" dt="2026-09-13T10:03:40.148" v="5575" actId="20577"/>
          <ac:spMkLst>
            <pc:docMk/>
            <pc:sldMk cId="1940078035" sldId="2131907643"/>
            <ac:spMk id="6" creationId="{3DD1C4DC-2D44-31C0-1ADC-421EFD1DF23D}"/>
          </ac:spMkLst>
        </pc:spChg>
      </pc:sldChg>
      <pc:sldChg chg="modSp add mod">
        <pc:chgData name="Arutyunyan, Ruslan" userId="c242cb6e-fb44-42d4-b55d-5588a15f287c" providerId="ADAL" clId="{AE7A8832-E7C7-5CDD-B508-B5197ADDF1CB}" dt="2026-09-13T10:03:56.942" v="5578" actId="20577"/>
        <pc:sldMkLst>
          <pc:docMk/>
          <pc:sldMk cId="2921857937" sldId="2131907644"/>
        </pc:sldMkLst>
        <pc:spChg chg="mod">
          <ac:chgData name="Arutyunyan, Ruslan" userId="c242cb6e-fb44-42d4-b55d-5588a15f287c" providerId="ADAL" clId="{AE7A8832-E7C7-5CDD-B508-B5197ADDF1CB}" dt="2026-09-13T10:03:56.942" v="5578" actId="20577"/>
          <ac:spMkLst>
            <pc:docMk/>
            <pc:sldMk cId="2921857937" sldId="2131907644"/>
            <ac:spMk id="6" creationId="{FCAF6CFD-049D-89E1-B9BC-3E31BE92A918}"/>
          </ac:spMkLst>
        </pc:spChg>
      </pc:sldChg>
      <pc:sldChg chg="modSp add">
        <pc:chgData name="Arutyunyan, Ruslan" userId="c242cb6e-fb44-42d4-b55d-5588a15f287c" providerId="ADAL" clId="{AE7A8832-E7C7-5CDD-B508-B5197ADDF1CB}" dt="2026-09-13T10:04:02.213" v="5579"/>
        <pc:sldMkLst>
          <pc:docMk/>
          <pc:sldMk cId="1031146479" sldId="2131907645"/>
        </pc:sldMkLst>
        <pc:spChg chg="mod">
          <ac:chgData name="Arutyunyan, Ruslan" userId="c242cb6e-fb44-42d4-b55d-5588a15f287c" providerId="ADAL" clId="{AE7A8832-E7C7-5CDD-B508-B5197ADDF1CB}" dt="2026-09-13T10:04:02.213" v="5579"/>
          <ac:spMkLst>
            <pc:docMk/>
            <pc:sldMk cId="1031146479" sldId="2131907645"/>
            <ac:spMk id="6" creationId="{1CF5CA99-6463-A0C4-2ABC-2E49B588409F}"/>
          </ac:spMkLst>
        </pc:spChg>
      </pc:sldChg>
      <pc:sldChg chg="modSp add">
        <pc:chgData name="Arutyunyan, Ruslan" userId="c242cb6e-fb44-42d4-b55d-5588a15f287c" providerId="ADAL" clId="{AE7A8832-E7C7-5CDD-B508-B5197ADDF1CB}" dt="2026-09-13T10:04:05.728" v="5580"/>
        <pc:sldMkLst>
          <pc:docMk/>
          <pc:sldMk cId="2389238337" sldId="2131907646"/>
        </pc:sldMkLst>
        <pc:spChg chg="mod">
          <ac:chgData name="Arutyunyan, Ruslan" userId="c242cb6e-fb44-42d4-b55d-5588a15f287c" providerId="ADAL" clId="{AE7A8832-E7C7-5CDD-B508-B5197ADDF1CB}" dt="2026-09-13T10:04:05.728" v="5580"/>
          <ac:spMkLst>
            <pc:docMk/>
            <pc:sldMk cId="2389238337" sldId="2131907646"/>
            <ac:spMk id="6" creationId="{C21B8DA8-73E1-C9D8-AF4B-A9991476DE01}"/>
          </ac:spMkLst>
        </pc:spChg>
      </pc:sldChg>
      <pc:sldChg chg="modSp add">
        <pc:chgData name="Arutyunyan, Ruslan" userId="c242cb6e-fb44-42d4-b55d-5588a15f287c" providerId="ADAL" clId="{AE7A8832-E7C7-5CDD-B508-B5197ADDF1CB}" dt="2026-09-13T10:04:08.234" v="5581"/>
        <pc:sldMkLst>
          <pc:docMk/>
          <pc:sldMk cId="934671654" sldId="2131907647"/>
        </pc:sldMkLst>
        <pc:spChg chg="mod">
          <ac:chgData name="Arutyunyan, Ruslan" userId="c242cb6e-fb44-42d4-b55d-5588a15f287c" providerId="ADAL" clId="{AE7A8832-E7C7-5CDD-B508-B5197ADDF1CB}" dt="2026-09-13T10:04:08.234" v="5581"/>
          <ac:spMkLst>
            <pc:docMk/>
            <pc:sldMk cId="934671654" sldId="2131907647"/>
            <ac:spMk id="6" creationId="{27105A18-84A2-9A1E-1403-BC0E0001D2B6}"/>
          </ac:spMkLst>
        </pc:spChg>
      </pc:sldChg>
      <pc:sldChg chg="modSp add">
        <pc:chgData name="Arutyunyan, Ruslan" userId="c242cb6e-fb44-42d4-b55d-5588a15f287c" providerId="ADAL" clId="{AE7A8832-E7C7-5CDD-B508-B5197ADDF1CB}" dt="2026-09-13T10:04:11.101" v="5582"/>
        <pc:sldMkLst>
          <pc:docMk/>
          <pc:sldMk cId="631598728" sldId="2131907648"/>
        </pc:sldMkLst>
        <pc:spChg chg="mod">
          <ac:chgData name="Arutyunyan, Ruslan" userId="c242cb6e-fb44-42d4-b55d-5588a15f287c" providerId="ADAL" clId="{AE7A8832-E7C7-5CDD-B508-B5197ADDF1CB}" dt="2026-09-13T10:04:11.101" v="5582"/>
          <ac:spMkLst>
            <pc:docMk/>
            <pc:sldMk cId="631598728" sldId="2131907648"/>
            <ac:spMk id="6" creationId="{39702FB0-38F7-B41C-2F1E-45A5123517F0}"/>
          </ac:spMkLst>
        </pc:spChg>
      </pc:sldChg>
      <pc:sldChg chg="modSp add">
        <pc:chgData name="Arutyunyan, Ruslan" userId="c242cb6e-fb44-42d4-b55d-5588a15f287c" providerId="ADAL" clId="{AE7A8832-E7C7-5CDD-B508-B5197ADDF1CB}" dt="2026-09-13T10:04:14.226" v="5583"/>
        <pc:sldMkLst>
          <pc:docMk/>
          <pc:sldMk cId="829834938" sldId="2131907649"/>
        </pc:sldMkLst>
        <pc:spChg chg="mod">
          <ac:chgData name="Arutyunyan, Ruslan" userId="c242cb6e-fb44-42d4-b55d-5588a15f287c" providerId="ADAL" clId="{AE7A8832-E7C7-5CDD-B508-B5197ADDF1CB}" dt="2026-09-13T10:04:14.226" v="5583"/>
          <ac:spMkLst>
            <pc:docMk/>
            <pc:sldMk cId="829834938" sldId="2131907649"/>
            <ac:spMk id="6" creationId="{D3B92AFF-A687-9801-E7A5-398C35FAEB9B}"/>
          </ac:spMkLst>
        </pc:spChg>
      </pc:sldChg>
      <pc:sldChg chg="add">
        <pc:chgData name="Arutyunyan, Ruslan" userId="c242cb6e-fb44-42d4-b55d-5588a15f287c" providerId="ADAL" clId="{AE7A8832-E7C7-5CDD-B508-B5197ADDF1CB}" dt="2026-09-13T08:32:36.232" v="4586"/>
        <pc:sldMkLst>
          <pc:docMk/>
          <pc:sldMk cId="673190274" sldId="2131907650"/>
        </pc:sldMkLst>
      </pc:sldChg>
      <pc:sldChg chg="add">
        <pc:chgData name="Arutyunyan, Ruslan" userId="c242cb6e-fb44-42d4-b55d-5588a15f287c" providerId="ADAL" clId="{AE7A8832-E7C7-5CDD-B508-B5197ADDF1CB}" dt="2026-09-13T08:32:42.187" v="4589"/>
        <pc:sldMkLst>
          <pc:docMk/>
          <pc:sldMk cId="1124514714" sldId="2131907651"/>
        </pc:sldMkLst>
      </pc:sldChg>
      <pc:sldChg chg="add">
        <pc:chgData name="Arutyunyan, Ruslan" userId="c242cb6e-fb44-42d4-b55d-5588a15f287c" providerId="ADAL" clId="{AE7A8832-E7C7-5CDD-B508-B5197ADDF1CB}" dt="2026-09-13T08:32:48.643" v="4592"/>
        <pc:sldMkLst>
          <pc:docMk/>
          <pc:sldMk cId="2513072879" sldId="2131907652"/>
        </pc:sldMkLst>
      </pc:sldChg>
      <pc:sldChg chg="add">
        <pc:chgData name="Arutyunyan, Ruslan" userId="c242cb6e-fb44-42d4-b55d-5588a15f287c" providerId="ADAL" clId="{AE7A8832-E7C7-5CDD-B508-B5197ADDF1CB}" dt="2026-09-13T08:32:54.299" v="4595"/>
        <pc:sldMkLst>
          <pc:docMk/>
          <pc:sldMk cId="2354789746" sldId="2131907653"/>
        </pc:sldMkLst>
      </pc:sldChg>
      <pc:sldChg chg="add">
        <pc:chgData name="Arutyunyan, Ruslan" userId="c242cb6e-fb44-42d4-b55d-5588a15f287c" providerId="ADAL" clId="{AE7A8832-E7C7-5CDD-B508-B5197ADDF1CB}" dt="2026-09-13T08:33:54.645" v="4598"/>
        <pc:sldMkLst>
          <pc:docMk/>
          <pc:sldMk cId="1872340821" sldId="2131907654"/>
        </pc:sldMkLst>
      </pc:sldChg>
      <pc:sldChg chg="add">
        <pc:chgData name="Arutyunyan, Ruslan" userId="c242cb6e-fb44-42d4-b55d-5588a15f287c" providerId="ADAL" clId="{AE7A8832-E7C7-5CDD-B508-B5197ADDF1CB}" dt="2026-09-13T08:34:38.495" v="4600"/>
        <pc:sldMkLst>
          <pc:docMk/>
          <pc:sldMk cId="859288591" sldId="2131907655"/>
        </pc:sldMkLst>
      </pc:sldChg>
      <pc:sldChg chg="add">
        <pc:chgData name="Arutyunyan, Ruslan" userId="c242cb6e-fb44-42d4-b55d-5588a15f287c" providerId="ADAL" clId="{AE7A8832-E7C7-5CDD-B508-B5197ADDF1CB}" dt="2026-09-13T08:53:35.651" v="4699"/>
        <pc:sldMkLst>
          <pc:docMk/>
          <pc:sldMk cId="1321516900" sldId="2131907656"/>
        </pc:sldMkLst>
      </pc:sldChg>
      <pc:sldChg chg="add">
        <pc:chgData name="Arutyunyan, Ruslan" userId="c242cb6e-fb44-42d4-b55d-5588a15f287c" providerId="ADAL" clId="{AE7A8832-E7C7-5CDD-B508-B5197ADDF1CB}" dt="2026-09-13T08:53:43.804" v="4703"/>
        <pc:sldMkLst>
          <pc:docMk/>
          <pc:sldMk cId="980471429" sldId="2131907657"/>
        </pc:sldMkLst>
      </pc:sldChg>
      <pc:sldChg chg="modSp add del mod ord">
        <pc:chgData name="Arutyunyan, Ruslan" userId="c242cb6e-fb44-42d4-b55d-5588a15f287c" providerId="ADAL" clId="{AE7A8832-E7C7-5CDD-B508-B5197ADDF1CB}" dt="2026-09-13T08:55:09.303" v="4722" actId="20577"/>
        <pc:sldMkLst>
          <pc:docMk/>
          <pc:sldMk cId="4290162968" sldId="2131907658"/>
        </pc:sldMkLst>
        <pc:spChg chg="mod">
          <ac:chgData name="Arutyunyan, Ruslan" userId="c242cb6e-fb44-42d4-b55d-5588a15f287c" providerId="ADAL" clId="{AE7A8832-E7C7-5CDD-B508-B5197ADDF1CB}" dt="2026-09-13T08:55:09.303" v="4722" actId="20577"/>
          <ac:spMkLst>
            <pc:docMk/>
            <pc:sldMk cId="4290162968" sldId="2131907658"/>
            <ac:spMk id="3" creationId="{00D92094-5EC0-5A25-49D6-B2DD0832E784}"/>
          </ac:spMkLst>
        </pc:spChg>
      </pc:sldChg>
      <pc:sldChg chg="add">
        <pc:chgData name="Arutyunyan, Ruslan" userId="c242cb6e-fb44-42d4-b55d-5588a15f287c" providerId="ADAL" clId="{AE7A8832-E7C7-5CDD-B508-B5197ADDF1CB}" dt="2026-09-13T08:54:17.824" v="4716"/>
        <pc:sldMkLst>
          <pc:docMk/>
          <pc:sldMk cId="510398450" sldId="2131907659"/>
        </pc:sldMkLst>
      </pc:sldChg>
      <pc:sldChg chg="add">
        <pc:chgData name="Arutyunyan, Ruslan" userId="c242cb6e-fb44-42d4-b55d-5588a15f287c" providerId="ADAL" clId="{AE7A8832-E7C7-5CDD-B508-B5197ADDF1CB}" dt="2026-09-13T08:55:06.030" v="4721"/>
        <pc:sldMkLst>
          <pc:docMk/>
          <pc:sldMk cId="2906470187" sldId="2131907660"/>
        </pc:sldMkLst>
      </pc:sldChg>
      <pc:sldChg chg="add">
        <pc:chgData name="Arutyunyan, Ruslan" userId="c242cb6e-fb44-42d4-b55d-5588a15f287c" providerId="ADAL" clId="{AE7A8832-E7C7-5CDD-B508-B5197ADDF1CB}" dt="2026-09-13T08:56:21.116" v="4724"/>
        <pc:sldMkLst>
          <pc:docMk/>
          <pc:sldMk cId="2117072260" sldId="2131907661"/>
        </pc:sldMkLst>
      </pc:sldChg>
      <pc:sldChg chg="add">
        <pc:chgData name="Arutyunyan, Ruslan" userId="c242cb6e-fb44-42d4-b55d-5588a15f287c" providerId="ADAL" clId="{AE7A8832-E7C7-5CDD-B508-B5197ADDF1CB}" dt="2026-09-13T08:56:35.933" v="4732"/>
        <pc:sldMkLst>
          <pc:docMk/>
          <pc:sldMk cId="551723392" sldId="2131907662"/>
        </pc:sldMkLst>
      </pc:sldChg>
      <pc:sldChg chg="add">
        <pc:chgData name="Arutyunyan, Ruslan" userId="c242cb6e-fb44-42d4-b55d-5588a15f287c" providerId="ADAL" clId="{AE7A8832-E7C7-5CDD-B508-B5197ADDF1CB}" dt="2026-09-13T08:56:55.268" v="4737"/>
        <pc:sldMkLst>
          <pc:docMk/>
          <pc:sldMk cId="1680632139" sldId="2131907663"/>
        </pc:sldMkLst>
      </pc:sldChg>
      <pc:sldChg chg="add">
        <pc:chgData name="Arutyunyan, Ruslan" userId="c242cb6e-fb44-42d4-b55d-5588a15f287c" providerId="ADAL" clId="{AE7A8832-E7C7-5CDD-B508-B5197ADDF1CB}" dt="2026-09-13T08:57:09.282" v="4748"/>
        <pc:sldMkLst>
          <pc:docMk/>
          <pc:sldMk cId="366575538" sldId="2131907664"/>
        </pc:sldMkLst>
      </pc:sldChg>
      <pc:sldChg chg="add">
        <pc:chgData name="Arutyunyan, Ruslan" userId="c242cb6e-fb44-42d4-b55d-5588a15f287c" providerId="ADAL" clId="{AE7A8832-E7C7-5CDD-B508-B5197ADDF1CB}" dt="2026-09-13T08:58:42.162" v="4754"/>
        <pc:sldMkLst>
          <pc:docMk/>
          <pc:sldMk cId="3843058751" sldId="2131907665"/>
        </pc:sldMkLst>
      </pc:sldChg>
      <pc:sldChg chg="modSp add mod">
        <pc:chgData name="Arutyunyan, Ruslan" userId="c242cb6e-fb44-42d4-b55d-5588a15f287c" providerId="ADAL" clId="{AE7A8832-E7C7-5CDD-B508-B5197ADDF1CB}" dt="2026-09-13T09:04:16.326" v="4835" actId="20577"/>
        <pc:sldMkLst>
          <pc:docMk/>
          <pc:sldMk cId="870566465" sldId="2131907667"/>
        </pc:sldMkLst>
        <pc:spChg chg="mod">
          <ac:chgData name="Arutyunyan, Ruslan" userId="c242cb6e-fb44-42d4-b55d-5588a15f287c" providerId="ADAL" clId="{AE7A8832-E7C7-5CDD-B508-B5197ADDF1CB}" dt="2026-09-13T09:04:16.326" v="4835" actId="20577"/>
          <ac:spMkLst>
            <pc:docMk/>
            <pc:sldMk cId="870566465" sldId="2131907667"/>
            <ac:spMk id="3" creationId="{20953D63-0F00-F790-99DA-84782C0C4C7F}"/>
          </ac:spMkLst>
        </pc:spChg>
      </pc:sldChg>
      <pc:sldChg chg="add">
        <pc:chgData name="Arutyunyan, Ruslan" userId="c242cb6e-fb44-42d4-b55d-5588a15f287c" providerId="ADAL" clId="{AE7A8832-E7C7-5CDD-B508-B5197ADDF1CB}" dt="2026-09-13T09:04:12.770" v="4833"/>
        <pc:sldMkLst>
          <pc:docMk/>
          <pc:sldMk cId="3585016815" sldId="2131907668"/>
        </pc:sldMkLst>
      </pc:sldChg>
      <pc:sldChg chg="modSp add mod ord">
        <pc:chgData name="Arutyunyan, Ruslan" userId="c242cb6e-fb44-42d4-b55d-5588a15f287c" providerId="ADAL" clId="{AE7A8832-E7C7-5CDD-B508-B5197ADDF1CB}" dt="2026-09-13T09:06:07.179" v="4870" actId="20577"/>
        <pc:sldMkLst>
          <pc:docMk/>
          <pc:sldMk cId="1321834788" sldId="2131907669"/>
        </pc:sldMkLst>
        <pc:spChg chg="mod">
          <ac:chgData name="Arutyunyan, Ruslan" userId="c242cb6e-fb44-42d4-b55d-5588a15f287c" providerId="ADAL" clId="{AE7A8832-E7C7-5CDD-B508-B5197ADDF1CB}" dt="2026-09-13T09:06:07.179" v="4870" actId="20577"/>
          <ac:spMkLst>
            <pc:docMk/>
            <pc:sldMk cId="1321834788" sldId="2131907669"/>
            <ac:spMk id="3" creationId="{6F8CAA4C-1DC1-4B3D-1483-C0F8FA99E4F0}"/>
          </ac:spMkLst>
        </pc:spChg>
      </pc:sldChg>
      <pc:sldChg chg="add">
        <pc:chgData name="Arutyunyan, Ruslan" userId="c242cb6e-fb44-42d4-b55d-5588a15f287c" providerId="ADAL" clId="{AE7A8832-E7C7-5CDD-B508-B5197ADDF1CB}" dt="2026-09-13T09:05:07.730" v="4839"/>
        <pc:sldMkLst>
          <pc:docMk/>
          <pc:sldMk cId="3445942398" sldId="2131907670"/>
        </pc:sldMkLst>
      </pc:sldChg>
      <pc:sldChg chg="modSp add mod">
        <pc:chgData name="Arutyunyan, Ruslan" userId="c242cb6e-fb44-42d4-b55d-5588a15f287c" providerId="ADAL" clId="{AE7A8832-E7C7-5CDD-B508-B5197ADDF1CB}" dt="2026-09-13T09:07:03.809" v="4874" actId="20577"/>
        <pc:sldMkLst>
          <pc:docMk/>
          <pc:sldMk cId="1291143476" sldId="2131907671"/>
        </pc:sldMkLst>
        <pc:spChg chg="mod">
          <ac:chgData name="Arutyunyan, Ruslan" userId="c242cb6e-fb44-42d4-b55d-5588a15f287c" providerId="ADAL" clId="{AE7A8832-E7C7-5CDD-B508-B5197ADDF1CB}" dt="2026-09-13T09:07:03.809" v="4874" actId="20577"/>
          <ac:spMkLst>
            <pc:docMk/>
            <pc:sldMk cId="1291143476" sldId="2131907671"/>
            <ac:spMk id="3" creationId="{3ED31774-F76F-897E-DD55-6A0085405672}"/>
          </ac:spMkLst>
        </pc:spChg>
      </pc:sldChg>
      <pc:sldChg chg="add">
        <pc:chgData name="Arutyunyan, Ruslan" userId="c242cb6e-fb44-42d4-b55d-5588a15f287c" providerId="ADAL" clId="{AE7A8832-E7C7-5CDD-B508-B5197ADDF1CB}" dt="2026-09-13T09:05:25.293" v="4845"/>
        <pc:sldMkLst>
          <pc:docMk/>
          <pc:sldMk cId="3115942889" sldId="2131907672"/>
        </pc:sldMkLst>
      </pc:sldChg>
      <pc:sldChg chg="add">
        <pc:chgData name="Arutyunyan, Ruslan" userId="c242cb6e-fb44-42d4-b55d-5588a15f287c" providerId="ADAL" clId="{AE7A8832-E7C7-5CDD-B508-B5197ADDF1CB}" dt="2026-09-13T09:05:34.833" v="4849"/>
        <pc:sldMkLst>
          <pc:docMk/>
          <pc:sldMk cId="3670530012" sldId="2131907673"/>
        </pc:sldMkLst>
      </pc:sldChg>
      <pc:sldChg chg="add">
        <pc:chgData name="Arutyunyan, Ruslan" userId="c242cb6e-fb44-42d4-b55d-5588a15f287c" providerId="ADAL" clId="{AE7A8832-E7C7-5CDD-B508-B5197ADDF1CB}" dt="2026-09-13T09:05:41.568" v="4853"/>
        <pc:sldMkLst>
          <pc:docMk/>
          <pc:sldMk cId="542060204" sldId="2131907674"/>
        </pc:sldMkLst>
      </pc:sldChg>
      <pc:sldChg chg="add">
        <pc:chgData name="Arutyunyan, Ruslan" userId="c242cb6e-fb44-42d4-b55d-5588a15f287c" providerId="ADAL" clId="{AE7A8832-E7C7-5CDD-B508-B5197ADDF1CB}" dt="2026-09-13T09:05:47.628" v="4859"/>
        <pc:sldMkLst>
          <pc:docMk/>
          <pc:sldMk cId="44429507" sldId="2131907675"/>
        </pc:sldMkLst>
      </pc:sldChg>
      <pc:sldChg chg="add">
        <pc:chgData name="Arutyunyan, Ruslan" userId="c242cb6e-fb44-42d4-b55d-5588a15f287c" providerId="ADAL" clId="{AE7A8832-E7C7-5CDD-B508-B5197ADDF1CB}" dt="2026-09-13T09:05:55.186" v="4863"/>
        <pc:sldMkLst>
          <pc:docMk/>
          <pc:sldMk cId="702759017" sldId="2131907676"/>
        </pc:sldMkLst>
      </pc:sldChg>
      <pc:sldChg chg="add">
        <pc:chgData name="Arutyunyan, Ruslan" userId="c242cb6e-fb44-42d4-b55d-5588a15f287c" providerId="ADAL" clId="{AE7A8832-E7C7-5CDD-B508-B5197ADDF1CB}" dt="2026-09-13T09:06:03.544" v="4869"/>
        <pc:sldMkLst>
          <pc:docMk/>
          <pc:sldMk cId="3807416811" sldId="2131907677"/>
        </pc:sldMkLst>
      </pc:sldChg>
      <pc:sldChg chg="add">
        <pc:chgData name="Arutyunyan, Ruslan" userId="c242cb6e-fb44-42d4-b55d-5588a15f287c" providerId="ADAL" clId="{AE7A8832-E7C7-5CDD-B508-B5197ADDF1CB}" dt="2026-09-13T09:07:00.200" v="4871"/>
        <pc:sldMkLst>
          <pc:docMk/>
          <pc:sldMk cId="2982859940" sldId="2131907678"/>
        </pc:sldMkLst>
      </pc:sldChg>
      <pc:sldChg chg="modSp add del mod modShow">
        <pc:chgData name="Arutyunyan, Ruslan" userId="c242cb6e-fb44-42d4-b55d-5588a15f287c" providerId="ADAL" clId="{AE7A8832-E7C7-5CDD-B508-B5197ADDF1CB}" dt="2026-09-16T03:58:56.099" v="7538" actId="2696"/>
        <pc:sldMkLst>
          <pc:docMk/>
          <pc:sldMk cId="3463215667" sldId="2131907679"/>
        </pc:sldMkLst>
        <pc:spChg chg="mod">
          <ac:chgData name="Arutyunyan, Ruslan" userId="c242cb6e-fb44-42d4-b55d-5588a15f287c" providerId="ADAL" clId="{AE7A8832-E7C7-5CDD-B508-B5197ADDF1CB}" dt="2026-09-13T09:20:25.890" v="5128" actId="6549"/>
          <ac:spMkLst>
            <pc:docMk/>
            <pc:sldMk cId="3463215667" sldId="2131907679"/>
            <ac:spMk id="3" creationId="{A1BFABC4-EBA0-4C13-FDE3-07CE9C0D974F}"/>
          </ac:spMkLst>
        </pc:spChg>
        <pc:spChg chg="mod">
          <ac:chgData name="Arutyunyan, Ruslan" userId="c242cb6e-fb44-42d4-b55d-5588a15f287c" providerId="ADAL" clId="{AE7A8832-E7C7-5CDD-B508-B5197ADDF1CB}" dt="2026-09-13T09:14:47.896" v="4893" actId="20577"/>
          <ac:spMkLst>
            <pc:docMk/>
            <pc:sldMk cId="3463215667" sldId="2131907679"/>
            <ac:spMk id="5" creationId="{D9993145-FF33-1B6C-75A4-1CB3C484A334}"/>
          </ac:spMkLst>
        </pc:spChg>
      </pc:sldChg>
      <pc:sldChg chg="modSp add mod">
        <pc:chgData name="Arutyunyan, Ruslan" userId="c242cb6e-fb44-42d4-b55d-5588a15f287c" providerId="ADAL" clId="{AE7A8832-E7C7-5CDD-B508-B5197ADDF1CB}" dt="2026-09-14T06:41:28.382" v="7397" actId="20577"/>
        <pc:sldMkLst>
          <pc:docMk/>
          <pc:sldMk cId="3045986919" sldId="2131907680"/>
        </pc:sldMkLst>
        <pc:spChg chg="mod">
          <ac:chgData name="Arutyunyan, Ruslan" userId="c242cb6e-fb44-42d4-b55d-5588a15f287c" providerId="ADAL" clId="{AE7A8832-E7C7-5CDD-B508-B5197ADDF1CB}" dt="2026-09-14T06:41:28.382" v="7397" actId="20577"/>
          <ac:spMkLst>
            <pc:docMk/>
            <pc:sldMk cId="3045986919" sldId="2131907680"/>
            <ac:spMk id="2" creationId="{891E5A8B-97CC-2B6E-A642-A94A044DDAA3}"/>
          </ac:spMkLst>
        </pc:spChg>
        <pc:spChg chg="mod">
          <ac:chgData name="Arutyunyan, Ruslan" userId="c242cb6e-fb44-42d4-b55d-5588a15f287c" providerId="ADAL" clId="{AE7A8832-E7C7-5CDD-B508-B5197ADDF1CB}" dt="2026-09-13T10:24:56.402" v="5696" actId="20577"/>
          <ac:spMkLst>
            <pc:docMk/>
            <pc:sldMk cId="3045986919" sldId="2131907680"/>
            <ac:spMk id="3" creationId="{167F883F-AF47-EA2F-0286-EBB53892D884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8:56.136" v="7542" actId="2696"/>
        <pc:sldMkLst>
          <pc:docMk/>
          <pc:sldMk cId="2066762515" sldId="2131907681"/>
        </pc:sldMkLst>
        <pc:spChg chg="mod">
          <ac:chgData name="Arutyunyan, Ruslan" userId="c242cb6e-fb44-42d4-b55d-5588a15f287c" providerId="ADAL" clId="{AE7A8832-E7C7-5CDD-B508-B5197ADDF1CB}" dt="2026-09-13T09:23:35.649" v="5162" actId="20577"/>
          <ac:spMkLst>
            <pc:docMk/>
            <pc:sldMk cId="2066762515" sldId="2131907681"/>
            <ac:spMk id="3" creationId="{D6C2167F-8D47-C531-2C14-C2F1A9A87CE7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8:56.129" v="7541" actId="2696"/>
        <pc:sldMkLst>
          <pc:docMk/>
          <pc:sldMk cId="1047607776" sldId="2131907682"/>
        </pc:sldMkLst>
        <pc:spChg chg="mod">
          <ac:chgData name="Arutyunyan, Ruslan" userId="c242cb6e-fb44-42d4-b55d-5588a15f287c" providerId="ADAL" clId="{AE7A8832-E7C7-5CDD-B508-B5197ADDF1CB}" dt="2026-09-13T09:23:45.507" v="5167" actId="20577"/>
          <ac:spMkLst>
            <pc:docMk/>
            <pc:sldMk cId="1047607776" sldId="2131907682"/>
            <ac:spMk id="3" creationId="{43E03EB2-0D89-8ED4-73C0-E550B112A3A8}"/>
          </ac:spMkLst>
        </pc:spChg>
      </pc:sldChg>
      <pc:sldChg chg="add del mod modShow">
        <pc:chgData name="Arutyunyan, Ruslan" userId="c242cb6e-fb44-42d4-b55d-5588a15f287c" providerId="ADAL" clId="{AE7A8832-E7C7-5CDD-B508-B5197ADDF1CB}" dt="2026-09-16T03:58:56.121" v="7540" actId="2696"/>
        <pc:sldMkLst>
          <pc:docMk/>
          <pc:sldMk cId="618323455" sldId="2131907683"/>
        </pc:sldMkLst>
      </pc:sldChg>
      <pc:sldChg chg="add del mod modShow">
        <pc:chgData name="Arutyunyan, Ruslan" userId="c242cb6e-fb44-42d4-b55d-5588a15f287c" providerId="ADAL" clId="{AE7A8832-E7C7-5CDD-B508-B5197ADDF1CB}" dt="2026-09-16T03:58:56.111" v="7539" actId="2696"/>
        <pc:sldMkLst>
          <pc:docMk/>
          <pc:sldMk cId="415676266" sldId="2131907684"/>
        </pc:sldMkLst>
      </pc:sldChg>
      <pc:sldChg chg="modSp add del mod modShow">
        <pc:chgData name="Arutyunyan, Ruslan" userId="c242cb6e-fb44-42d4-b55d-5588a15f287c" providerId="ADAL" clId="{AE7A8832-E7C7-5CDD-B508-B5197ADDF1CB}" dt="2026-09-16T03:58:56.159" v="7546" actId="2696"/>
        <pc:sldMkLst>
          <pc:docMk/>
          <pc:sldMk cId="1410625117" sldId="2131907685"/>
        </pc:sldMkLst>
        <pc:spChg chg="mod">
          <ac:chgData name="Arutyunyan, Ruslan" userId="c242cb6e-fb44-42d4-b55d-5588a15f287c" providerId="ADAL" clId="{AE7A8832-E7C7-5CDD-B508-B5197ADDF1CB}" dt="2026-09-13T09:27:18.628" v="5246" actId="948"/>
          <ac:spMkLst>
            <pc:docMk/>
            <pc:sldMk cId="1410625117" sldId="2131907685"/>
            <ac:spMk id="3" creationId="{A4B16875-ADD3-2AEA-7C41-13DDAFCD353E}"/>
          </ac:spMkLst>
        </pc:spChg>
        <pc:spChg chg="mod">
          <ac:chgData name="Arutyunyan, Ruslan" userId="c242cb6e-fb44-42d4-b55d-5588a15f287c" providerId="ADAL" clId="{AE7A8832-E7C7-5CDD-B508-B5197ADDF1CB}" dt="2026-09-13T10:30:03.940" v="5708" actId="20577"/>
          <ac:spMkLst>
            <pc:docMk/>
            <pc:sldMk cId="1410625117" sldId="2131907685"/>
            <ac:spMk id="5" creationId="{F4DD52B0-2118-2D9D-74C5-B183A561812E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8:56.155" v="7545" actId="2696"/>
        <pc:sldMkLst>
          <pc:docMk/>
          <pc:sldMk cId="1791218958" sldId="2131907686"/>
        </pc:sldMkLst>
        <pc:spChg chg="mod">
          <ac:chgData name="Arutyunyan, Ruslan" userId="c242cb6e-fb44-42d4-b55d-5588a15f287c" providerId="ADAL" clId="{AE7A8832-E7C7-5CDD-B508-B5197ADDF1CB}" dt="2026-09-13T09:27:12.781" v="5245" actId="948"/>
          <ac:spMkLst>
            <pc:docMk/>
            <pc:sldMk cId="1791218958" sldId="2131907686"/>
            <ac:spMk id="3" creationId="{FCEF92BC-AAF9-D3A7-444E-5685EC32F313}"/>
          </ac:spMkLst>
        </pc:spChg>
        <pc:spChg chg="mod">
          <ac:chgData name="Arutyunyan, Ruslan" userId="c242cb6e-fb44-42d4-b55d-5588a15f287c" providerId="ADAL" clId="{AE7A8832-E7C7-5CDD-B508-B5197ADDF1CB}" dt="2026-09-13T10:29:59.114" v="5705" actId="20577"/>
          <ac:spMkLst>
            <pc:docMk/>
            <pc:sldMk cId="1791218958" sldId="2131907686"/>
            <ac:spMk id="5" creationId="{7AB9D987-A76C-5DF2-6039-6E19A2E45AAC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8:56.148" v="7544" actId="2696"/>
        <pc:sldMkLst>
          <pc:docMk/>
          <pc:sldMk cId="342860464" sldId="2131907687"/>
        </pc:sldMkLst>
        <pc:spChg chg="mod">
          <ac:chgData name="Arutyunyan, Ruslan" userId="c242cb6e-fb44-42d4-b55d-5588a15f287c" providerId="ADAL" clId="{AE7A8832-E7C7-5CDD-B508-B5197ADDF1CB}" dt="2026-09-13T09:26:47.552" v="5243" actId="948"/>
          <ac:spMkLst>
            <pc:docMk/>
            <pc:sldMk cId="342860464" sldId="2131907687"/>
            <ac:spMk id="3" creationId="{47D5868C-5362-3531-EBF6-CB6574EA5144}"/>
          </ac:spMkLst>
        </pc:spChg>
        <pc:spChg chg="mod">
          <ac:chgData name="Arutyunyan, Ruslan" userId="c242cb6e-fb44-42d4-b55d-5588a15f287c" providerId="ADAL" clId="{AE7A8832-E7C7-5CDD-B508-B5197ADDF1CB}" dt="2026-09-13T10:29:55.210" v="5702" actId="20577"/>
          <ac:spMkLst>
            <pc:docMk/>
            <pc:sldMk cId="342860464" sldId="2131907687"/>
            <ac:spMk id="5" creationId="{35BAD022-9828-A1F7-E98C-03B2D1A3881D}"/>
          </ac:spMkLst>
        </pc:spChg>
      </pc:sldChg>
      <pc:sldChg chg="add">
        <pc:chgData name="Arutyunyan, Ruslan" userId="c242cb6e-fb44-42d4-b55d-5588a15f287c" providerId="ADAL" clId="{AE7A8832-E7C7-5CDD-B508-B5197ADDF1CB}" dt="2026-09-13T09:27:37.199" v="5247"/>
        <pc:sldMkLst>
          <pc:docMk/>
          <pc:sldMk cId="768209064" sldId="2131907688"/>
        </pc:sldMkLst>
      </pc:sldChg>
      <pc:sldChg chg="add">
        <pc:chgData name="Arutyunyan, Ruslan" userId="c242cb6e-fb44-42d4-b55d-5588a15f287c" providerId="ADAL" clId="{AE7A8832-E7C7-5CDD-B508-B5197ADDF1CB}" dt="2026-09-13T09:27:49.743" v="5249"/>
        <pc:sldMkLst>
          <pc:docMk/>
          <pc:sldMk cId="2924618149" sldId="2131907689"/>
        </pc:sldMkLst>
      </pc:sldChg>
      <pc:sldChg chg="add">
        <pc:chgData name="Arutyunyan, Ruslan" userId="c242cb6e-fb44-42d4-b55d-5588a15f287c" providerId="ADAL" clId="{AE7A8832-E7C7-5CDD-B508-B5197ADDF1CB}" dt="2026-09-13T09:27:56.301" v="5252"/>
        <pc:sldMkLst>
          <pc:docMk/>
          <pc:sldMk cId="895114200" sldId="2131907690"/>
        </pc:sldMkLst>
      </pc:sldChg>
      <pc:sldChg chg="delSp modSp add mod ord">
        <pc:chgData name="Arutyunyan, Ruslan" userId="c242cb6e-fb44-42d4-b55d-5588a15f287c" providerId="ADAL" clId="{AE7A8832-E7C7-5CDD-B508-B5197ADDF1CB}" dt="2026-09-13T09:29:35.620" v="5266"/>
        <pc:sldMkLst>
          <pc:docMk/>
          <pc:sldMk cId="2990259960" sldId="2131907691"/>
        </pc:sldMkLst>
      </pc:sldChg>
      <pc:sldChg chg="modSp add mod">
        <pc:chgData name="Arutyunyan, Ruslan" userId="c242cb6e-fb44-42d4-b55d-5588a15f287c" providerId="ADAL" clId="{AE7A8832-E7C7-5CDD-B508-B5197ADDF1CB}" dt="2026-09-13T09:29:45.637" v="5270" actId="20577"/>
        <pc:sldMkLst>
          <pc:docMk/>
          <pc:sldMk cId="2181121682" sldId="2131907692"/>
        </pc:sldMkLst>
        <pc:spChg chg="mod">
          <ac:chgData name="Arutyunyan, Ruslan" userId="c242cb6e-fb44-42d4-b55d-5588a15f287c" providerId="ADAL" clId="{AE7A8832-E7C7-5CDD-B508-B5197ADDF1CB}" dt="2026-09-13T09:29:45.637" v="5270" actId="20577"/>
          <ac:spMkLst>
            <pc:docMk/>
            <pc:sldMk cId="2181121682" sldId="2131907692"/>
            <ac:spMk id="3" creationId="{67E248E2-3E09-3802-D530-0457E40180DC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9:09.229" v="7550" actId="2696"/>
        <pc:sldMkLst>
          <pc:docMk/>
          <pc:sldMk cId="3870423780" sldId="2131907693"/>
        </pc:sldMkLst>
        <pc:spChg chg="mod">
          <ac:chgData name="Arutyunyan, Ruslan" userId="c242cb6e-fb44-42d4-b55d-5588a15f287c" providerId="ADAL" clId="{AE7A8832-E7C7-5CDD-B508-B5197ADDF1CB}" dt="2026-09-13T09:33:08.946" v="5341" actId="20577"/>
          <ac:spMkLst>
            <pc:docMk/>
            <pc:sldMk cId="3870423780" sldId="2131907693"/>
            <ac:spMk id="3" creationId="{E2EC6CD0-1C7D-B468-1383-C228475BB7E8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9:09.219" v="7549" actId="2696"/>
        <pc:sldMkLst>
          <pc:docMk/>
          <pc:sldMk cId="880950591" sldId="2131907694"/>
        </pc:sldMkLst>
        <pc:spChg chg="mod">
          <ac:chgData name="Arutyunyan, Ruslan" userId="c242cb6e-fb44-42d4-b55d-5588a15f287c" providerId="ADAL" clId="{AE7A8832-E7C7-5CDD-B508-B5197ADDF1CB}" dt="2026-09-13T09:32:59.947" v="5337" actId="20577"/>
          <ac:spMkLst>
            <pc:docMk/>
            <pc:sldMk cId="880950591" sldId="2131907694"/>
            <ac:spMk id="3" creationId="{C94E9C6D-76AA-435C-FC72-2B1E9B762B28}"/>
          </ac:spMkLst>
        </pc:spChg>
      </pc:sldChg>
      <pc:sldChg chg="modSp add del mod modShow">
        <pc:chgData name="Arutyunyan, Ruslan" userId="c242cb6e-fb44-42d4-b55d-5588a15f287c" providerId="ADAL" clId="{AE7A8832-E7C7-5CDD-B508-B5197ADDF1CB}" dt="2026-09-16T03:59:09.211" v="7548" actId="2696"/>
        <pc:sldMkLst>
          <pc:docMk/>
          <pc:sldMk cId="2512123175" sldId="2131907695"/>
        </pc:sldMkLst>
        <pc:spChg chg="mod">
          <ac:chgData name="Arutyunyan, Ruslan" userId="c242cb6e-fb44-42d4-b55d-5588a15f287c" providerId="ADAL" clId="{AE7A8832-E7C7-5CDD-B508-B5197ADDF1CB}" dt="2026-09-13T09:32:54.353" v="5333" actId="20577"/>
          <ac:spMkLst>
            <pc:docMk/>
            <pc:sldMk cId="2512123175" sldId="2131907695"/>
            <ac:spMk id="3" creationId="{51A45DE3-A2FC-71E1-BBB3-133708D4AFE8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20:49.743" v="6609" actId="20577"/>
        <pc:sldMkLst>
          <pc:docMk/>
          <pc:sldMk cId="932802973" sldId="2131907696"/>
        </pc:sldMkLst>
        <pc:spChg chg="mod">
          <ac:chgData name="Arutyunyan, Ruslan" userId="c242cb6e-fb44-42d4-b55d-5588a15f287c" providerId="ADAL" clId="{AE7A8832-E7C7-5CDD-B508-B5197ADDF1CB}" dt="2026-09-14T03:20:49.743" v="6609" actId="20577"/>
          <ac:spMkLst>
            <pc:docMk/>
            <pc:sldMk cId="932802973" sldId="2131907696"/>
            <ac:spMk id="3" creationId="{746E3961-AC1E-893B-F11E-D35472C7FA98}"/>
          </ac:spMkLst>
        </pc:spChg>
      </pc:sldChg>
      <pc:sldChg chg="modSp add mod ord">
        <pc:chgData name="Arutyunyan, Ruslan" userId="c242cb6e-fb44-42d4-b55d-5588a15f287c" providerId="ADAL" clId="{AE7A8832-E7C7-5CDD-B508-B5197ADDF1CB}" dt="2026-09-14T06:14:59.894" v="7353" actId="20577"/>
        <pc:sldMkLst>
          <pc:docMk/>
          <pc:sldMk cId="1881748885" sldId="2131907698"/>
        </pc:sldMkLst>
        <pc:spChg chg="mod">
          <ac:chgData name="Arutyunyan, Ruslan" userId="c242cb6e-fb44-42d4-b55d-5588a15f287c" providerId="ADAL" clId="{AE7A8832-E7C7-5CDD-B508-B5197ADDF1CB}" dt="2026-09-13T09:58:45.610" v="5460" actId="20577"/>
          <ac:spMkLst>
            <pc:docMk/>
            <pc:sldMk cId="1881748885" sldId="2131907698"/>
            <ac:spMk id="2" creationId="{B5394EDC-2CF7-1D26-3437-E76E1C5536CD}"/>
          </ac:spMkLst>
        </pc:spChg>
        <pc:spChg chg="mod">
          <ac:chgData name="Arutyunyan, Ruslan" userId="c242cb6e-fb44-42d4-b55d-5588a15f287c" providerId="ADAL" clId="{AE7A8832-E7C7-5CDD-B508-B5197ADDF1CB}" dt="2026-09-14T06:14:59.894" v="7353" actId="20577"/>
          <ac:spMkLst>
            <pc:docMk/>
            <pc:sldMk cId="1881748885" sldId="2131907698"/>
            <ac:spMk id="3" creationId="{08FC83F6-5A6C-E2F7-9121-E6E05B61A321}"/>
          </ac:spMkLst>
        </pc:spChg>
      </pc:sldChg>
      <pc:sldChg chg="modSp add mod">
        <pc:chgData name="Arutyunyan, Ruslan" userId="c242cb6e-fb44-42d4-b55d-5588a15f287c" providerId="ADAL" clId="{AE7A8832-E7C7-5CDD-B508-B5197ADDF1CB}" dt="2026-09-14T06:44:16.917" v="7461" actId="2711"/>
        <pc:sldMkLst>
          <pc:docMk/>
          <pc:sldMk cId="2809595488" sldId="2131907699"/>
        </pc:sldMkLst>
        <pc:spChg chg="mod">
          <ac:chgData name="Arutyunyan, Ruslan" userId="c242cb6e-fb44-42d4-b55d-5588a15f287c" providerId="ADAL" clId="{AE7A8832-E7C7-5CDD-B508-B5197ADDF1CB}" dt="2026-09-13T10:45:46.001" v="5746" actId="20577"/>
          <ac:spMkLst>
            <pc:docMk/>
            <pc:sldMk cId="2809595488" sldId="2131907699"/>
            <ac:spMk id="2" creationId="{D03E3B83-9BD8-8751-5213-0B8B449A6C9F}"/>
          </ac:spMkLst>
        </pc:spChg>
        <pc:spChg chg="mod">
          <ac:chgData name="Arutyunyan, Ruslan" userId="c242cb6e-fb44-42d4-b55d-5588a15f287c" providerId="ADAL" clId="{AE7A8832-E7C7-5CDD-B508-B5197ADDF1CB}" dt="2026-09-14T06:44:16.917" v="7461" actId="2711"/>
          <ac:spMkLst>
            <pc:docMk/>
            <pc:sldMk cId="2809595488" sldId="2131907699"/>
            <ac:spMk id="3" creationId="{5B53BF46-210F-2CF1-EB02-563F2B514688}"/>
          </ac:spMkLst>
        </pc:spChg>
      </pc:sldChg>
      <pc:sldChg chg="modSp add mod ord">
        <pc:chgData name="Arutyunyan, Ruslan" userId="c242cb6e-fb44-42d4-b55d-5588a15f287c" providerId="ADAL" clId="{AE7A8832-E7C7-5CDD-B508-B5197ADDF1CB}" dt="2026-09-14T07:07:39.947" v="7468" actId="6549"/>
        <pc:sldMkLst>
          <pc:docMk/>
          <pc:sldMk cId="1689421097" sldId="2131907700"/>
        </pc:sldMkLst>
        <pc:spChg chg="mod">
          <ac:chgData name="Arutyunyan, Ruslan" userId="c242cb6e-fb44-42d4-b55d-5588a15f287c" providerId="ADAL" clId="{AE7A8832-E7C7-5CDD-B508-B5197ADDF1CB}" dt="2026-09-13T10:55:17.462" v="6391"/>
          <ac:spMkLst>
            <pc:docMk/>
            <pc:sldMk cId="1689421097" sldId="2131907700"/>
            <ac:spMk id="2" creationId="{ED4D3D58-EE8B-B2FF-DFEE-232CFA295743}"/>
          </ac:spMkLst>
        </pc:spChg>
        <pc:spChg chg="mod">
          <ac:chgData name="Arutyunyan, Ruslan" userId="c242cb6e-fb44-42d4-b55d-5588a15f287c" providerId="ADAL" clId="{AE7A8832-E7C7-5CDD-B508-B5197ADDF1CB}" dt="2026-09-13T10:55:57.746" v="6400" actId="20577"/>
          <ac:spMkLst>
            <pc:docMk/>
            <pc:sldMk cId="1689421097" sldId="2131907700"/>
            <ac:spMk id="3" creationId="{753AF757-7C6F-F93B-E76C-889E98C9E9AD}"/>
          </ac:spMkLst>
        </pc:spChg>
        <pc:spChg chg="mod">
          <ac:chgData name="Arutyunyan, Ruslan" userId="c242cb6e-fb44-42d4-b55d-5588a15f287c" providerId="ADAL" clId="{AE7A8832-E7C7-5CDD-B508-B5197ADDF1CB}" dt="2026-09-14T07:07:39.947" v="7468" actId="6549"/>
          <ac:spMkLst>
            <pc:docMk/>
            <pc:sldMk cId="1689421097" sldId="2131907700"/>
            <ac:spMk id="4" creationId="{3BCE06E3-A2AE-EEBB-0CA0-15B4E15B0342}"/>
          </ac:spMkLst>
        </pc:spChg>
        <pc:spChg chg="mod">
          <ac:chgData name="Arutyunyan, Ruslan" userId="c242cb6e-fb44-42d4-b55d-5588a15f287c" providerId="ADAL" clId="{AE7A8832-E7C7-5CDD-B508-B5197ADDF1CB}" dt="2026-09-13T10:52:35.641" v="6269" actId="20577"/>
          <ac:spMkLst>
            <pc:docMk/>
            <pc:sldMk cId="1689421097" sldId="2131907700"/>
            <ac:spMk id="5" creationId="{E8F428CC-0A4B-9963-AEB8-637A4A3E740A}"/>
          </ac:spMkLst>
        </pc:spChg>
      </pc:sldChg>
      <pc:sldChg chg="modSp add mod">
        <pc:chgData name="Arutyunyan, Ruslan" userId="c242cb6e-fb44-42d4-b55d-5588a15f287c" providerId="ADAL" clId="{AE7A8832-E7C7-5CDD-B508-B5197ADDF1CB}" dt="2026-09-14T07:07:26.257" v="7465" actId="6549"/>
        <pc:sldMkLst>
          <pc:docMk/>
          <pc:sldMk cId="4253896902" sldId="2131907701"/>
        </pc:sldMkLst>
        <pc:spChg chg="mod">
          <ac:chgData name="Arutyunyan, Ruslan" userId="c242cb6e-fb44-42d4-b55d-5588a15f287c" providerId="ADAL" clId="{AE7A8832-E7C7-5CDD-B508-B5197ADDF1CB}" dt="2026-09-14T07:07:26.257" v="7465" actId="6549"/>
          <ac:spMkLst>
            <pc:docMk/>
            <pc:sldMk cId="4253896902" sldId="2131907701"/>
            <ac:spMk id="4" creationId="{7BFC7D22-6CF4-3F2C-ACA2-9EEDBB557B09}"/>
          </ac:spMkLst>
        </pc:spChg>
      </pc:sldChg>
      <pc:sldChg chg="modSp add mod">
        <pc:chgData name="Arutyunyan, Ruslan" userId="c242cb6e-fb44-42d4-b55d-5588a15f287c" providerId="ADAL" clId="{AE7A8832-E7C7-5CDD-B508-B5197ADDF1CB}" dt="2026-09-14T07:07:50.979" v="7471" actId="6549"/>
        <pc:sldMkLst>
          <pc:docMk/>
          <pc:sldMk cId="2714680171" sldId="2131907703"/>
        </pc:sldMkLst>
        <pc:spChg chg="mod">
          <ac:chgData name="Arutyunyan, Ruslan" userId="c242cb6e-fb44-42d4-b55d-5588a15f287c" providerId="ADAL" clId="{AE7A8832-E7C7-5CDD-B508-B5197ADDF1CB}" dt="2026-09-13T10:59:22.135" v="6433" actId="20577"/>
          <ac:spMkLst>
            <pc:docMk/>
            <pc:sldMk cId="2714680171" sldId="2131907703"/>
            <ac:spMk id="3" creationId="{0F59E85C-E093-2F31-4E50-3D64BDFCB0BE}"/>
          </ac:spMkLst>
        </pc:spChg>
        <pc:spChg chg="mod">
          <ac:chgData name="Arutyunyan, Ruslan" userId="c242cb6e-fb44-42d4-b55d-5588a15f287c" providerId="ADAL" clId="{AE7A8832-E7C7-5CDD-B508-B5197ADDF1CB}" dt="2026-09-14T07:07:50.979" v="7471" actId="6549"/>
          <ac:spMkLst>
            <pc:docMk/>
            <pc:sldMk cId="2714680171" sldId="2131907703"/>
            <ac:spMk id="4" creationId="{81C2EC1B-6E37-6FA5-86EC-55A815532D2E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30:41.701" v="6664" actId="6549"/>
        <pc:sldMkLst>
          <pc:docMk/>
          <pc:sldMk cId="1758602165" sldId="2131907704"/>
        </pc:sldMkLst>
        <pc:spChg chg="mod">
          <ac:chgData name="Arutyunyan, Ruslan" userId="c242cb6e-fb44-42d4-b55d-5588a15f287c" providerId="ADAL" clId="{AE7A8832-E7C7-5CDD-B508-B5197ADDF1CB}" dt="2026-09-14T03:29:45.233" v="6661" actId="20577"/>
          <ac:spMkLst>
            <pc:docMk/>
            <pc:sldMk cId="1758602165" sldId="2131907704"/>
            <ac:spMk id="3" creationId="{674885C0-93F2-DB16-097B-267A17AF0007}"/>
          </ac:spMkLst>
        </pc:spChg>
        <pc:spChg chg="mod">
          <ac:chgData name="Arutyunyan, Ruslan" userId="c242cb6e-fb44-42d4-b55d-5588a15f287c" providerId="ADAL" clId="{AE7A8832-E7C7-5CDD-B508-B5197ADDF1CB}" dt="2026-09-14T03:30:41.701" v="6664" actId="6549"/>
          <ac:spMkLst>
            <pc:docMk/>
            <pc:sldMk cId="1758602165" sldId="2131907704"/>
            <ac:spMk id="6" creationId="{DB19AF1A-1861-EAD9-E3C6-68D5DFF67398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30:49.611" v="6667" actId="6549"/>
        <pc:sldMkLst>
          <pc:docMk/>
          <pc:sldMk cId="761350055" sldId="2131907705"/>
        </pc:sldMkLst>
        <pc:spChg chg="mod">
          <ac:chgData name="Arutyunyan, Ruslan" userId="c242cb6e-fb44-42d4-b55d-5588a15f287c" providerId="ADAL" clId="{AE7A8832-E7C7-5CDD-B508-B5197ADDF1CB}" dt="2026-09-14T03:30:49.611" v="6667" actId="6549"/>
          <ac:spMkLst>
            <pc:docMk/>
            <pc:sldMk cId="761350055" sldId="2131907705"/>
            <ac:spMk id="6" creationId="{6F3D6628-6E0B-EC27-E2A0-AC43AA3A91FE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30:56.555" v="6670" actId="6549"/>
        <pc:sldMkLst>
          <pc:docMk/>
          <pc:sldMk cId="2433371464" sldId="2131907706"/>
        </pc:sldMkLst>
        <pc:spChg chg="mod">
          <ac:chgData name="Arutyunyan, Ruslan" userId="c242cb6e-fb44-42d4-b55d-5588a15f287c" providerId="ADAL" clId="{AE7A8832-E7C7-5CDD-B508-B5197ADDF1CB}" dt="2026-09-14T03:30:56.555" v="6670" actId="6549"/>
          <ac:spMkLst>
            <pc:docMk/>
            <pc:sldMk cId="2433371464" sldId="2131907706"/>
            <ac:spMk id="6" creationId="{E0FAA28B-5F35-CEDA-8914-E13CD76F796F}"/>
          </ac:spMkLst>
        </pc:spChg>
      </pc:sldChg>
      <pc:sldChg chg="add">
        <pc:chgData name="Arutyunyan, Ruslan" userId="c242cb6e-fb44-42d4-b55d-5588a15f287c" providerId="ADAL" clId="{AE7A8832-E7C7-5CDD-B508-B5197ADDF1CB}" dt="2026-09-14T03:32:46.927" v="6671"/>
        <pc:sldMkLst>
          <pc:docMk/>
          <pc:sldMk cId="407940044" sldId="2131907707"/>
        </pc:sldMkLst>
      </pc:sldChg>
      <pc:sldChg chg="modSp add mod">
        <pc:chgData name="Arutyunyan, Ruslan" userId="c242cb6e-fb44-42d4-b55d-5588a15f287c" providerId="ADAL" clId="{AE7A8832-E7C7-5CDD-B508-B5197ADDF1CB}" dt="2026-09-14T03:34:01.583" v="6685" actId="21"/>
        <pc:sldMkLst>
          <pc:docMk/>
          <pc:sldMk cId="3282323356" sldId="2131907708"/>
        </pc:sldMkLst>
        <pc:spChg chg="mod">
          <ac:chgData name="Arutyunyan, Ruslan" userId="c242cb6e-fb44-42d4-b55d-5588a15f287c" providerId="ADAL" clId="{AE7A8832-E7C7-5CDD-B508-B5197ADDF1CB}" dt="2026-09-14T03:34:01.583" v="6685" actId="21"/>
          <ac:spMkLst>
            <pc:docMk/>
            <pc:sldMk cId="3282323356" sldId="2131907708"/>
            <ac:spMk id="3" creationId="{1E7EC424-5941-C2F2-AD3A-656AACEC25F1}"/>
          </ac:spMkLst>
        </pc:spChg>
        <pc:spChg chg="mod">
          <ac:chgData name="Arutyunyan, Ruslan" userId="c242cb6e-fb44-42d4-b55d-5588a15f287c" providerId="ADAL" clId="{AE7A8832-E7C7-5CDD-B508-B5197ADDF1CB}" dt="2026-09-14T03:34:01.075" v="6684" actId="20577"/>
          <ac:spMkLst>
            <pc:docMk/>
            <pc:sldMk cId="3282323356" sldId="2131907708"/>
            <ac:spMk id="5" creationId="{F56C4C1E-02BF-2821-E97C-85DAB9FCFA8F}"/>
          </ac:spMkLst>
        </pc:spChg>
      </pc:sldChg>
      <pc:sldChg chg="add">
        <pc:chgData name="Arutyunyan, Ruslan" userId="c242cb6e-fb44-42d4-b55d-5588a15f287c" providerId="ADAL" clId="{AE7A8832-E7C7-5CDD-B508-B5197ADDF1CB}" dt="2026-09-14T03:35:18.693" v="6687"/>
        <pc:sldMkLst>
          <pc:docMk/>
          <pc:sldMk cId="965096575" sldId="2131907709"/>
        </pc:sldMkLst>
      </pc:sldChg>
      <pc:sldChg chg="modSp add del mod ord modShow">
        <pc:chgData name="Arutyunyan, Ruslan" userId="c242cb6e-fb44-42d4-b55d-5588a15f287c" providerId="ADAL" clId="{AE7A8832-E7C7-5CDD-B508-B5197ADDF1CB}" dt="2026-09-16T03:58:32.206" v="7536" actId="2696"/>
        <pc:sldMkLst>
          <pc:docMk/>
          <pc:sldMk cId="266175022" sldId="2131907710"/>
        </pc:sldMkLst>
      </pc:sldChg>
      <pc:sldChg chg="modSp add del mod ord modShow">
        <pc:chgData name="Arutyunyan, Ruslan" userId="c242cb6e-fb44-42d4-b55d-5588a15f287c" providerId="ADAL" clId="{AE7A8832-E7C7-5CDD-B508-B5197ADDF1CB}" dt="2026-09-16T03:58:31.322" v="7534" actId="2696"/>
        <pc:sldMkLst>
          <pc:docMk/>
          <pc:sldMk cId="900847343" sldId="2131907711"/>
        </pc:sldMkLst>
      </pc:sldChg>
      <pc:sldChg chg="add del mod modShow">
        <pc:chgData name="Arutyunyan, Ruslan" userId="c242cb6e-fb44-42d4-b55d-5588a15f287c" providerId="ADAL" clId="{AE7A8832-E7C7-5CDD-B508-B5197ADDF1CB}" dt="2026-09-16T03:58:31.824" v="7535" actId="2696"/>
        <pc:sldMkLst>
          <pc:docMk/>
          <pc:sldMk cId="4137009907" sldId="2131907712"/>
        </pc:sldMkLst>
      </pc:sldChg>
      <pc:sldChg chg="modSp add mod">
        <pc:chgData name="Arutyunyan, Ruslan" userId="c242cb6e-fb44-42d4-b55d-5588a15f287c" providerId="ADAL" clId="{AE7A8832-E7C7-5CDD-B508-B5197ADDF1CB}" dt="2026-09-14T07:17:50.746" v="7475" actId="20577"/>
        <pc:sldMkLst>
          <pc:docMk/>
          <pc:sldMk cId="3127404123" sldId="2131907713"/>
        </pc:sldMkLst>
        <pc:spChg chg="mod">
          <ac:chgData name="Arutyunyan, Ruslan" userId="c242cb6e-fb44-42d4-b55d-5588a15f287c" providerId="ADAL" clId="{AE7A8832-E7C7-5CDD-B508-B5197ADDF1CB}" dt="2026-09-14T07:17:50.746" v="7475" actId="20577"/>
          <ac:spMkLst>
            <pc:docMk/>
            <pc:sldMk cId="3127404123" sldId="2131907713"/>
            <ac:spMk id="3" creationId="{0BB5DBA5-06A1-818B-BADA-904CB06345C9}"/>
          </ac:spMkLst>
        </pc:spChg>
      </pc:sldChg>
      <pc:sldChg chg="modSp add mod">
        <pc:chgData name="Arutyunyan, Ruslan" userId="c242cb6e-fb44-42d4-b55d-5588a15f287c" providerId="ADAL" clId="{AE7A8832-E7C7-5CDD-B508-B5197ADDF1CB}" dt="2026-09-16T04:01:28.094" v="7557" actId="20577"/>
        <pc:sldMkLst>
          <pc:docMk/>
          <pc:sldMk cId="292000035" sldId="2131907714"/>
        </pc:sldMkLst>
        <pc:spChg chg="mod">
          <ac:chgData name="Arutyunyan, Ruslan" userId="c242cb6e-fb44-42d4-b55d-5588a15f287c" providerId="ADAL" clId="{AE7A8832-E7C7-5CDD-B508-B5197ADDF1CB}" dt="2026-09-14T03:45:17.624" v="6838" actId="6549"/>
          <ac:spMkLst>
            <pc:docMk/>
            <pc:sldMk cId="292000035" sldId="2131907714"/>
            <ac:spMk id="3" creationId="{97528CA7-F0AA-5057-AEEA-7365814C945F}"/>
          </ac:spMkLst>
        </pc:spChg>
        <pc:spChg chg="mod">
          <ac:chgData name="Arutyunyan, Ruslan" userId="c242cb6e-fb44-42d4-b55d-5588a15f287c" providerId="ADAL" clId="{AE7A8832-E7C7-5CDD-B508-B5197ADDF1CB}" dt="2026-09-14T03:44:51.415" v="6824" actId="20577"/>
          <ac:spMkLst>
            <pc:docMk/>
            <pc:sldMk cId="292000035" sldId="2131907714"/>
            <ac:spMk id="5" creationId="{B129B885-CA36-7A06-BA2C-DCFCB0F68E62}"/>
          </ac:spMkLst>
        </pc:spChg>
        <pc:spChg chg="mod">
          <ac:chgData name="Arutyunyan, Ruslan" userId="c242cb6e-fb44-42d4-b55d-5588a15f287c" providerId="ADAL" clId="{AE7A8832-E7C7-5CDD-B508-B5197ADDF1CB}" dt="2026-09-16T04:01:28.094" v="7557" actId="20577"/>
          <ac:spMkLst>
            <pc:docMk/>
            <pc:sldMk cId="292000035" sldId="2131907714"/>
            <ac:spMk id="6" creationId="{3641EEA8-D216-3168-872E-21FA54BA6D66}"/>
          </ac:spMkLst>
        </pc:spChg>
      </pc:sldChg>
      <pc:sldChg chg="modSp add mod">
        <pc:chgData name="Arutyunyan, Ruslan" userId="c242cb6e-fb44-42d4-b55d-5588a15f287c" providerId="ADAL" clId="{AE7A8832-E7C7-5CDD-B508-B5197ADDF1CB}" dt="2026-09-16T04:02:40.997" v="7568" actId="6549"/>
        <pc:sldMkLst>
          <pc:docMk/>
          <pc:sldMk cId="340802684" sldId="2131907715"/>
        </pc:sldMkLst>
        <pc:spChg chg="mod">
          <ac:chgData name="Arutyunyan, Ruslan" userId="c242cb6e-fb44-42d4-b55d-5588a15f287c" providerId="ADAL" clId="{AE7A8832-E7C7-5CDD-B508-B5197ADDF1CB}" dt="2026-09-16T04:02:40.997" v="7568" actId="6549"/>
          <ac:spMkLst>
            <pc:docMk/>
            <pc:sldMk cId="340802684" sldId="2131907715"/>
            <ac:spMk id="6" creationId="{1A634FDC-FD63-F31F-46E3-4999CCD82AD7}"/>
          </ac:spMkLst>
        </pc:spChg>
      </pc:sldChg>
      <pc:sldChg chg="modSp add mod">
        <pc:chgData name="Arutyunyan, Ruslan" userId="c242cb6e-fb44-42d4-b55d-5588a15f287c" providerId="ADAL" clId="{AE7A8832-E7C7-5CDD-B508-B5197ADDF1CB}" dt="2026-09-16T04:02:21.172" v="7565" actId="6549"/>
        <pc:sldMkLst>
          <pc:docMk/>
          <pc:sldMk cId="2012556058" sldId="2131907716"/>
        </pc:sldMkLst>
        <pc:spChg chg="mod">
          <ac:chgData name="Arutyunyan, Ruslan" userId="c242cb6e-fb44-42d4-b55d-5588a15f287c" providerId="ADAL" clId="{AE7A8832-E7C7-5CDD-B508-B5197ADDF1CB}" dt="2026-09-16T04:02:21.172" v="7565" actId="6549"/>
          <ac:spMkLst>
            <pc:docMk/>
            <pc:sldMk cId="2012556058" sldId="2131907716"/>
            <ac:spMk id="6" creationId="{5353BB0A-C9A6-9F16-B85F-B02139B4D3E0}"/>
          </ac:spMkLst>
        </pc:spChg>
      </pc:sldChg>
      <pc:sldChg chg="modSp add mod">
        <pc:chgData name="Arutyunyan, Ruslan" userId="c242cb6e-fb44-42d4-b55d-5588a15f287c" providerId="ADAL" clId="{AE7A8832-E7C7-5CDD-B508-B5197ADDF1CB}" dt="2026-09-16T04:02:06.136" v="7562" actId="6549"/>
        <pc:sldMkLst>
          <pc:docMk/>
          <pc:sldMk cId="2796210917" sldId="2131907717"/>
        </pc:sldMkLst>
        <pc:spChg chg="mod">
          <ac:chgData name="Arutyunyan, Ruslan" userId="c242cb6e-fb44-42d4-b55d-5588a15f287c" providerId="ADAL" clId="{AE7A8832-E7C7-5CDD-B508-B5197ADDF1CB}" dt="2026-09-16T04:02:06.136" v="7562" actId="6549"/>
          <ac:spMkLst>
            <pc:docMk/>
            <pc:sldMk cId="2796210917" sldId="2131907717"/>
            <ac:spMk id="6" creationId="{666D0424-BB7E-A051-B730-C2C8289222A6}"/>
          </ac:spMkLst>
        </pc:spChg>
      </pc:sldChg>
      <pc:sldChg chg="modSp add mod">
        <pc:chgData name="Arutyunyan, Ruslan" userId="c242cb6e-fb44-42d4-b55d-5588a15f287c" providerId="ADAL" clId="{AE7A8832-E7C7-5CDD-B508-B5197ADDF1CB}" dt="2026-09-14T07:46:04.259" v="7533" actId="20577"/>
        <pc:sldMkLst>
          <pc:docMk/>
          <pc:sldMk cId="2837925053" sldId="2131907718"/>
        </pc:sldMkLst>
        <pc:spChg chg="mod">
          <ac:chgData name="Arutyunyan, Ruslan" userId="c242cb6e-fb44-42d4-b55d-5588a15f287c" providerId="ADAL" clId="{AE7A8832-E7C7-5CDD-B508-B5197ADDF1CB}" dt="2026-09-14T07:46:04.259" v="7533" actId="20577"/>
          <ac:spMkLst>
            <pc:docMk/>
            <pc:sldMk cId="2837925053" sldId="2131907718"/>
            <ac:spMk id="3" creationId="{44AF69AB-DF0D-3A13-D16D-BF12CF0F144A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49:39.171" v="6854" actId="20577"/>
        <pc:sldMkLst>
          <pc:docMk/>
          <pc:sldMk cId="2820745709" sldId="2131907719"/>
        </pc:sldMkLst>
        <pc:spChg chg="mod">
          <ac:chgData name="Arutyunyan, Ruslan" userId="c242cb6e-fb44-42d4-b55d-5588a15f287c" providerId="ADAL" clId="{AE7A8832-E7C7-5CDD-B508-B5197ADDF1CB}" dt="2026-09-14T03:49:39.171" v="6854" actId="20577"/>
          <ac:spMkLst>
            <pc:docMk/>
            <pc:sldMk cId="2820745709" sldId="2131907719"/>
            <ac:spMk id="3" creationId="{1F4D3DF8-9448-B117-4C51-59422AAD904A}"/>
          </ac:spMkLst>
        </pc:spChg>
      </pc:sldChg>
      <pc:sldChg chg="add">
        <pc:chgData name="Arutyunyan, Ruslan" userId="c242cb6e-fb44-42d4-b55d-5588a15f287c" providerId="ADAL" clId="{AE7A8832-E7C7-5CDD-B508-B5197ADDF1CB}" dt="2026-09-14T03:48:51.558" v="6852"/>
        <pc:sldMkLst>
          <pc:docMk/>
          <pc:sldMk cId="383361112" sldId="2131907720"/>
        </pc:sldMkLst>
      </pc:sldChg>
      <pc:sldChg chg="modSp add mod">
        <pc:chgData name="Arutyunyan, Ruslan" userId="c242cb6e-fb44-42d4-b55d-5588a15f287c" providerId="ADAL" clId="{AE7A8832-E7C7-5CDD-B508-B5197ADDF1CB}" dt="2026-09-14T07:46:00.608" v="7532" actId="20577"/>
        <pc:sldMkLst>
          <pc:docMk/>
          <pc:sldMk cId="794065433" sldId="2131907721"/>
        </pc:sldMkLst>
        <pc:spChg chg="mod">
          <ac:chgData name="Arutyunyan, Ruslan" userId="c242cb6e-fb44-42d4-b55d-5588a15f287c" providerId="ADAL" clId="{AE7A8832-E7C7-5CDD-B508-B5197ADDF1CB}" dt="2026-09-14T07:46:00.608" v="7532" actId="20577"/>
          <ac:spMkLst>
            <pc:docMk/>
            <pc:sldMk cId="794065433" sldId="2131907721"/>
            <ac:spMk id="3" creationId="{20E3C43B-B2C9-44B8-1960-C56C2747B2B2}"/>
          </ac:spMkLst>
        </pc:spChg>
      </pc:sldChg>
      <pc:sldChg chg="modSp add mod ord">
        <pc:chgData name="Arutyunyan, Ruslan" userId="c242cb6e-fb44-42d4-b55d-5588a15f287c" providerId="ADAL" clId="{AE7A8832-E7C7-5CDD-B508-B5197ADDF1CB}" dt="2026-09-14T07:25:25.728" v="7489" actId="20577"/>
        <pc:sldMkLst>
          <pc:docMk/>
          <pc:sldMk cId="3589750292" sldId="2131907722"/>
        </pc:sldMkLst>
        <pc:spChg chg="mod">
          <ac:chgData name="Arutyunyan, Ruslan" userId="c242cb6e-fb44-42d4-b55d-5588a15f287c" providerId="ADAL" clId="{AE7A8832-E7C7-5CDD-B508-B5197ADDF1CB}" dt="2026-09-14T03:53:19.535" v="6946" actId="20577"/>
          <ac:spMkLst>
            <pc:docMk/>
            <pc:sldMk cId="3589750292" sldId="2131907722"/>
            <ac:spMk id="2" creationId="{C5E465E4-A028-4403-6CCF-56CF96437453}"/>
          </ac:spMkLst>
        </pc:spChg>
        <pc:spChg chg="mod">
          <ac:chgData name="Arutyunyan, Ruslan" userId="c242cb6e-fb44-42d4-b55d-5588a15f287c" providerId="ADAL" clId="{AE7A8832-E7C7-5CDD-B508-B5197ADDF1CB}" dt="2026-09-14T07:25:25.728" v="7489" actId="20577"/>
          <ac:spMkLst>
            <pc:docMk/>
            <pc:sldMk cId="3589750292" sldId="2131907722"/>
            <ac:spMk id="3" creationId="{D66D4DDB-F415-7276-D1A6-56285E93D003}"/>
          </ac:spMkLst>
        </pc:spChg>
      </pc:sldChg>
      <pc:sldChg chg="modSp add mod">
        <pc:chgData name="Arutyunyan, Ruslan" userId="c242cb6e-fb44-42d4-b55d-5588a15f287c" providerId="ADAL" clId="{AE7A8832-E7C7-5CDD-B508-B5197ADDF1CB}" dt="2026-09-14T03:53:03.219" v="6922" actId="20577"/>
        <pc:sldMkLst>
          <pc:docMk/>
          <pc:sldMk cId="1984774190" sldId="2131907723"/>
        </pc:sldMkLst>
        <pc:spChg chg="mod">
          <ac:chgData name="Arutyunyan, Ruslan" userId="c242cb6e-fb44-42d4-b55d-5588a15f287c" providerId="ADAL" clId="{AE7A8832-E7C7-5CDD-B508-B5197ADDF1CB}" dt="2026-09-14T03:53:03.219" v="6922" actId="20577"/>
          <ac:spMkLst>
            <pc:docMk/>
            <pc:sldMk cId="1984774190" sldId="2131907723"/>
            <ac:spMk id="3" creationId="{F46BFBA0-8C49-E997-3492-84A95FA47B30}"/>
          </ac:spMkLst>
        </pc:spChg>
      </pc:sldChg>
      <pc:sldChg chg="add">
        <pc:chgData name="Arutyunyan, Ruslan" userId="c242cb6e-fb44-42d4-b55d-5588a15f287c" providerId="ADAL" clId="{AE7A8832-E7C7-5CDD-B508-B5197ADDF1CB}" dt="2026-09-14T03:52:54.817" v="6919"/>
        <pc:sldMkLst>
          <pc:docMk/>
          <pc:sldMk cId="4233222085" sldId="2131907724"/>
        </pc:sldMkLst>
      </pc:sldChg>
      <pc:sldChg chg="modSp add mod ord">
        <pc:chgData name="Arutyunyan, Ruslan" userId="c242cb6e-fb44-42d4-b55d-5588a15f287c" providerId="ADAL" clId="{AE7A8832-E7C7-5CDD-B508-B5197ADDF1CB}" dt="2026-09-14T07:45:29.853" v="7531" actId="20577"/>
        <pc:sldMkLst>
          <pc:docMk/>
          <pc:sldMk cId="2686525009" sldId="2131907725"/>
        </pc:sldMkLst>
        <pc:spChg chg="mod">
          <ac:chgData name="Arutyunyan, Ruslan" userId="c242cb6e-fb44-42d4-b55d-5588a15f287c" providerId="ADAL" clId="{AE7A8832-E7C7-5CDD-B508-B5197ADDF1CB}" dt="2026-09-14T03:55:25.717" v="7167" actId="20577"/>
          <ac:spMkLst>
            <pc:docMk/>
            <pc:sldMk cId="2686525009" sldId="2131907725"/>
            <ac:spMk id="2" creationId="{35B11267-CC46-8D8B-CEAC-EEEBDF4413DA}"/>
          </ac:spMkLst>
        </pc:spChg>
        <pc:spChg chg="mod">
          <ac:chgData name="Arutyunyan, Ruslan" userId="c242cb6e-fb44-42d4-b55d-5588a15f287c" providerId="ADAL" clId="{AE7A8832-E7C7-5CDD-B508-B5197ADDF1CB}" dt="2026-09-14T07:45:29.853" v="7531" actId="20577"/>
          <ac:spMkLst>
            <pc:docMk/>
            <pc:sldMk cId="2686525009" sldId="2131907725"/>
            <ac:spMk id="3" creationId="{016D111F-CA40-05C2-C9F5-B23B676B8B5C}"/>
          </ac:spMkLst>
        </pc:spChg>
      </pc:sldChg>
      <pc:sldChg chg="modSp add mod">
        <pc:chgData name="Arutyunyan, Ruslan" userId="c242cb6e-fb44-42d4-b55d-5588a15f287c" providerId="ADAL" clId="{AE7A8832-E7C7-5CDD-B508-B5197ADDF1CB}" dt="2026-09-14T06:36:33.539" v="7366" actId="20577"/>
        <pc:sldMkLst>
          <pc:docMk/>
          <pc:sldMk cId="1913703425" sldId="2131907726"/>
        </pc:sldMkLst>
        <pc:spChg chg="mod">
          <ac:chgData name="Arutyunyan, Ruslan" userId="c242cb6e-fb44-42d4-b55d-5588a15f287c" providerId="ADAL" clId="{AE7A8832-E7C7-5CDD-B508-B5197ADDF1CB}" dt="2026-09-14T06:36:33.539" v="7366" actId="20577"/>
          <ac:spMkLst>
            <pc:docMk/>
            <pc:sldMk cId="1913703425" sldId="2131907726"/>
            <ac:spMk id="3" creationId="{66E708A7-11BE-E592-E8E2-709B95DA12E8}"/>
          </ac:spMkLst>
        </pc:spChg>
      </pc:sldChg>
      <pc:sldChg chg="add">
        <pc:chgData name="Arutyunyan, Ruslan" userId="c242cb6e-fb44-42d4-b55d-5588a15f287c" providerId="ADAL" clId="{AE7A8832-E7C7-5CDD-B508-B5197ADDF1CB}" dt="2026-09-14T07:21:00.052" v="7476"/>
        <pc:sldMkLst>
          <pc:docMk/>
          <pc:sldMk cId="2266065684" sldId="2131907727"/>
        </pc:sldMkLst>
      </pc:sldChg>
      <pc:sldChg chg="add">
        <pc:chgData name="Arutyunyan, Ruslan" userId="c242cb6e-fb44-42d4-b55d-5588a15f287c" providerId="ADAL" clId="{AE7A8832-E7C7-5CDD-B508-B5197ADDF1CB}" dt="2026-09-14T07:21:29.437" v="7482"/>
        <pc:sldMkLst>
          <pc:docMk/>
          <pc:sldMk cId="3528148637" sldId="2131907729"/>
        </pc:sldMkLst>
      </pc:sldChg>
      <pc:sldChg chg="modSp add del mod">
        <pc:chgData name="Arutyunyan, Ruslan" userId="c242cb6e-fb44-42d4-b55d-5588a15f287c" providerId="ADAL" clId="{AE7A8832-E7C7-5CDD-B508-B5197ADDF1CB}" dt="2026-09-16T03:59:27.318" v="7551" actId="2696"/>
        <pc:sldMkLst>
          <pc:docMk/>
          <pc:sldMk cId="75716049" sldId="2131907730"/>
        </pc:sldMkLst>
        <pc:spChg chg="mod">
          <ac:chgData name="Arutyunyan, Ruslan" userId="c242cb6e-fb44-42d4-b55d-5588a15f287c" providerId="ADAL" clId="{AE7A8832-E7C7-5CDD-B508-B5197ADDF1CB}" dt="2026-09-14T07:27:59.156" v="7496" actId="20577"/>
          <ac:spMkLst>
            <pc:docMk/>
            <pc:sldMk cId="75716049" sldId="2131907730"/>
            <ac:spMk id="2" creationId="{CE729858-3212-2647-4059-6BF6993A02B5}"/>
          </ac:spMkLst>
        </pc:spChg>
      </pc:sldChg>
      <pc:sldMasterChg chg="modSp mod">
        <pc:chgData name="Arutyunyan, Ruslan" userId="c242cb6e-fb44-42d4-b55d-5588a15f287c" providerId="ADAL" clId="{AE7A8832-E7C7-5CDD-B508-B5197ADDF1CB}" dt="2026-09-12T05:43:04.488" v="1008" actId="20577"/>
        <pc:sldMasterMkLst>
          <pc:docMk/>
          <pc:sldMasterMk cId="1892207673" sldId="2147483648"/>
        </pc:sldMasterMkLst>
        <pc:spChg chg="mod">
          <ac:chgData name="Arutyunyan, Ruslan" userId="c242cb6e-fb44-42d4-b55d-5588a15f287c" providerId="ADAL" clId="{AE7A8832-E7C7-5CDD-B508-B5197ADDF1CB}" dt="2026-09-12T05:43:04.488" v="1008" actId="20577"/>
          <ac:spMkLst>
            <pc:docMk/>
            <pc:sldMasterMk cId="1892207673" sldId="2147483648"/>
            <ac:spMk id="4" creationId="{2873C27C-15D8-DDBE-1CDC-979E1B343A51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11007-55DD-4953-AA4C-568C7B960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7F65-DC68-4D72-B0D6-C6DEFAE5A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17-A209-439E-A6E7-15E23391106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6DC2-A8B8-4C33-A060-005B53726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70C6-85C2-4AE0-96F9-E1FC620A57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D0A4D-AC6F-4705-8F3E-F6ED0C7AB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EC105-3E63-4709-9ECA-2EB22CB2AA3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92567-D7D7-4223-A842-9A06E6D4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DC86-0DAC-E2C2-C09A-11FB1FDA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4CDD3-AAA7-EB79-109A-F7E3B2C32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64D55-D722-8B9E-7272-E417AAF2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56DDC-2947-8B85-E667-8B22D2E0D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17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A9431-2AF0-6818-2ECF-15CEA474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E64EA-630A-FB87-E644-D504B0D81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1D517-9B5A-CD29-E6AA-5B60CA3B8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9C534-5AF4-4891-9010-B68C5F9B6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62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9F4B-048B-5666-3A9A-1224B8A0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2B1D0-DECB-0C9C-1AD8-81A6E4977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3597C-6F72-71BF-DBBF-61117EC07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227DF-D8D7-A278-85C1-9EA41CE83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C336-BD1E-D431-98A0-92E6AB26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2803A-12C0-F8B3-47B7-1763D0137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5DAAE-94B3-14F2-47A1-649547ED1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20757-AB7E-ED36-5935-51539D44E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30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EB694-E176-1D87-9F7A-83AF7C42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7ED89-778B-0A58-5878-8411D3DC7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066EE-22B4-CB58-C29F-4FD53D4BD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50A85-D3B0-1BB9-8266-96EAA6559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8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B4433-506B-F300-8F81-9599984C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7C5E0-0D95-75B5-86F6-3AF4E9081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22824-8B0B-F5A5-D6DE-64E89A277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B59A6-2696-4C4B-B73B-A791E195C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90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A607-2B68-371B-92B7-ACE0A280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DECFC-2B5E-2EF4-3E20-9E2557B2E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6425B-691F-0AEF-B445-822449F25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C51B2-593A-FA68-1F24-0017420EB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79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D1BD-5E3A-46F5-CE47-68EACF50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80C71-B5D5-EDD7-DD26-25154C556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5A98D-4BF2-E51E-6963-5B0ADC691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F9AD1-7044-7BD7-72B2-376AC911B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13E5-197F-1F0D-746B-A03B882D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51026-E69F-7B50-8087-959EB2F45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3F42C-8A97-5384-D579-40E3D43BD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D28AE-BD09-DE09-08A1-F5971EDBB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85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C62DE-F949-3151-8C83-F7B4BE9F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2AB48-BB38-5766-5CE7-C8C6F57FB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1A4D7-3A3D-164B-7F92-E526E5F12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164B0-DB24-4FDD-8425-EB32EABD0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91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5F121-9BD1-F5B9-31E9-67ED056A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3A46E-185C-4F2D-D2F2-8469101BD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2DF15-4C1A-76AC-C1FE-3E5902180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DEA6E-E2EB-A6A0-1DA3-62B57E8EF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88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5E1A3-0BCF-4C95-04A1-826E72D4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246BE-4BA3-76A7-CB44-26AF1DA6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742F7-4B93-2207-B121-F22C0B79A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E3B82-6733-6964-F0DF-5B43F09D8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91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6C29-F558-9D10-1CB2-689061FD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4D9F5-2B49-A9EC-780E-06C2D57AC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F352C-D1BB-5CF3-8F92-0E9BF03E7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388D4-A33A-33C4-86A3-7BE0F8E55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77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5D09F-C581-E2C0-8A13-3A4FB3C7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BA6DA-8D94-0D3A-A0EA-79FC6A208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65DFD-69B9-D8F8-4D66-ACDCF8BC3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F5856-C07E-0CDD-64DD-B063AE444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3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C836-FC0A-0F73-F252-7C8F28515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FB02C-2D32-B8EE-7260-E030F83BA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79398-1185-845D-D6E2-49D7837F9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CDA99-954B-B08D-72A6-F17EB2DDD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91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E196-E5A7-B127-C343-B10C2684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5BCDA-4D3B-7F4E-4E43-B74E6AA0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9B21D-F675-60EF-8C8A-9AC839FB7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33B21-2F26-FB31-B7A3-E9AAE603F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73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1ECC-3F16-1FF9-98F5-D17A35057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47EDB-01AE-161E-F6B6-D1519ACCE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EB764-21F6-370D-C69E-0FD7273A4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B518F-A9B2-0E3A-D3B2-3CCD024D3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5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AD32-611F-12FF-CC70-674A5E41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6FDA9-D1C2-9103-2F5F-BAB7FD587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49AE0-D549-B529-6ED3-A3BE595CD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52CFB-1E7F-DEEB-7930-590E5E4E4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142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96CE7-6991-0FBF-93EC-01A36F91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CD116-C944-EBA4-6C4A-A725EE68A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06FA2-59AC-0698-7B5E-29F15734B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9E623-9DE5-069D-8AB8-3FC90DEA5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77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5A34-6D43-EC5F-6E49-1BEC8360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2845F-C81C-1098-77FE-72C11903F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6C201-D9F1-60BE-4289-1BB323EA0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411A-9224-E24E-6D55-62E9BB2AB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06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EC3C-A262-038F-7EF7-7AFAC466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6D523-83B7-67CD-4713-489224168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4F15B-D142-6718-9FDB-40C99415D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4BE72-0776-B803-44EB-4F0A26A75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87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C20B-05AB-361A-12A9-3CE67CDCB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43617-B0E5-8917-9277-12815010B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E570D-94CC-E4DB-B711-99C163DD2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FAE98-DE6C-AC49-B83A-34E4874F9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67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3E960-5CB9-AA66-7799-5E256E8D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DEDCF-C96D-86B0-D171-FB06BBE2E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F42FC-1465-C0CF-E45C-1CCA33CA7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30CD9-A75D-AD4F-AA88-42B98C3B8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99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DF713-F955-E060-4532-8E49F461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E0252-02E1-F927-696C-ECD952B63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6024A-81D6-D49F-CE4B-CB60F1D87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15072-0A02-91A9-EFEB-74C8005B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91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665A-FEB1-414C-1550-9E0F7AE1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CCF4-B4B3-2035-1008-41BC12A31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3EA88-46DA-B2E3-4DA2-D61CDA265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E81E8-924A-E27F-6DEC-2B0178AE2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644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B8936-CDFF-D9FE-320D-2B44A66B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FEEE7-F5D9-00F7-5EE5-59F13FA03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DC785-4357-1525-EEB8-0FD2004CF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8016D-2263-1991-9E75-9BD034C10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306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A4D6-FE43-5647-F6C6-F5B0C36E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FC8B8-DD73-6CB4-D04D-13A24C88C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EA4B5-9529-8D8F-25CC-D856F780A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377E-0567-AEF9-9864-9F0FF9F7E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70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673A2-A74D-45AC-320A-A6BAAF66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47B43-1B69-1FBE-98E6-533A00E60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F9E8B-1AED-ED96-DEC8-A135ABEC1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6120C-D659-30F2-5393-D94931333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074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C28A-4871-11C6-BFCC-2662FCB2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49F24-45F7-5803-283D-65261A9AA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13530-D587-89EE-5131-7C205CA8C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3A7C8-A7D4-785E-15A1-D56B9493F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73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A3A3-5161-23DB-7278-548366A0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8E249-8CE4-AAD9-0200-CBFADEC11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328CE-A41F-74C5-F57F-4D128430A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1378E-9119-8A0E-9CAE-1F27D6224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68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B82E-8E79-C096-AA98-A0710B54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99D34-5C56-F285-0FAC-703EE5450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556CC-3597-DEFA-300E-1374AC41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87A20-B89C-EEB6-A4AF-722D0012B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35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8BB8-2206-98AC-A3F1-85185751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513E4-E796-05F8-D288-08736A8A9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13055-FC4B-0522-D9DD-93FE39E21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18AF7-4A95-46E8-17DF-A6FB20BD8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101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6B86-43E9-F474-BBA5-248525F8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234CE-EAFE-8823-BA65-5725744E3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72609-6D50-9F22-E0D3-A1B496E4E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4EDA2-8A9D-CA50-A14B-AE27C243E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92567-D7D7-4223-A842-9A06E6D4E1F9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0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E35751-F391-41AA-9B05-1647E37D235B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F1866E-6300-47C1-B36B-E4F93E357EE1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66AC4-1BB0-4DCC-B988-F338CCC87BB0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AB132885-F0BB-4463-AE88-F81341AC8E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920" y="5995719"/>
            <a:ext cx="1207698" cy="38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8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D8DF60-7E0A-43C5-81B6-9B3522A7A826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C5EDAF-1FA5-4CEA-99CA-7D0E1F5DDF81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731A324-874D-4D3D-95F1-8AE3303E2272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4E3A93-BFC9-49AD-8CF7-7EDF2A13157E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9DD8F2-C56B-454C-9A84-A663F83DB6CE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1BCBB2-B699-44A9-B291-3CCD0D0E00F2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17A91-F49E-45DE-835E-543E5DCD8458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E01F40-8D2A-43E6-B578-00B92049883B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D9614281-26A7-4CC1-89A9-1FFB88D276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920" y="5995719"/>
            <a:ext cx="1207698" cy="38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7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F200040-B841-47B7-8555-E0299CDC24FA}"/>
              </a:ext>
            </a:extLst>
          </p:cNvPr>
          <p:cNvSpPr/>
          <p:nvPr userDrawn="1"/>
        </p:nvSpPr>
        <p:spPr>
          <a:xfrm>
            <a:off x="1468406" y="0"/>
            <a:ext cx="3430768" cy="53908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536" y="1635111"/>
            <a:ext cx="9789007" cy="18748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536" y="3602038"/>
            <a:ext cx="978900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43438" y="944163"/>
            <a:ext cx="9810362" cy="627700"/>
          </a:xfr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4C56C1-BF0A-4234-81F8-D2B769834C58}"/>
              </a:ext>
            </a:extLst>
          </p:cNvPr>
          <p:cNvSpPr/>
          <p:nvPr userDrawn="1"/>
        </p:nvSpPr>
        <p:spPr>
          <a:xfrm>
            <a:off x="860457" y="4951823"/>
            <a:ext cx="158111" cy="15811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7C8AC4-A26E-48AF-9B2F-93A0F02E758D}"/>
              </a:ext>
            </a:extLst>
          </p:cNvPr>
          <p:cNvSpPr/>
          <p:nvPr userDrawn="1"/>
        </p:nvSpPr>
        <p:spPr>
          <a:xfrm>
            <a:off x="573803" y="5104242"/>
            <a:ext cx="286654" cy="286654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5060BD-E2D2-44BB-ADFB-2B20CEB8775D}"/>
              </a:ext>
            </a:extLst>
          </p:cNvPr>
          <p:cNvSpPr/>
          <p:nvPr userDrawn="1"/>
        </p:nvSpPr>
        <p:spPr>
          <a:xfrm>
            <a:off x="861107" y="5390896"/>
            <a:ext cx="610214" cy="610214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A184651-D34A-4937-8369-48ADD8E89C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8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52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15AA-229D-4A6C-90C6-57CFD374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24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87056"/>
            <a:ext cx="10972800" cy="4689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024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  <p15:guide id="3" pos="71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7416-C44D-4788-AE82-AF3D1327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10067"/>
            <a:ext cx="10972800" cy="4084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4289"/>
            <a:ext cx="10972800" cy="52546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69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10972800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72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23935" y="1496292"/>
            <a:ext cx="5429865" cy="4686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90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230287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26138" y="2655075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3331781"/>
            <a:ext cx="5429250" cy="24106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4294" y="5767077"/>
            <a:ext cx="5429250" cy="47006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643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5A4-51BC-4EA4-8E63-8A7D09FB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5429864" cy="11998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0999" y="2105680"/>
            <a:ext cx="5429865" cy="4095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95361"/>
            <a:ext cx="5429864" cy="53045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26394" y="0"/>
            <a:ext cx="5808406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12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1734800" cy="64007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31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78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441833"/>
            <a:ext cx="10972800" cy="4241800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C57F0-3964-4184-8486-C7C3D87AE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5757203"/>
            <a:ext cx="10972800" cy="501650"/>
          </a:xfrm>
        </p:spPr>
        <p:txBody>
          <a:bodyPr/>
          <a:lstStyle>
            <a:lvl1pPr marL="0" indent="0">
              <a:buNone/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DA6DA-63DC-460A-B2F4-6584E4114B06}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26FFBC-3F56-4549-828C-9A20F03B19B1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BB8918-321F-4814-85AD-F9F7A8C67AEF}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BDE8F-8844-4DFF-BA21-35B58CB1D8AF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75CFAC-8A95-416C-AF0A-BE82C31DD56A}"/>
              </a:ext>
            </a:extLst>
          </p:cNvPr>
          <p:cNvSpPr/>
          <p:nvPr userDrawn="1"/>
        </p:nvSpPr>
        <p:spPr>
          <a:xfrm>
            <a:off x="949863" y="6500896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Developer Software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852F3-59BE-4CC1-B2BF-0FAA22504E8B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0DE53B10-1D4A-42AA-AEF6-3A826C050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7" y="6532581"/>
            <a:ext cx="568863" cy="1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61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3306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29178"/>
            <a:ext cx="10972800" cy="1199822"/>
          </a:xfrm>
        </p:spPr>
        <p:txBody>
          <a:bodyPr anchor="b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449317"/>
            <a:ext cx="10972800" cy="681935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7CF4-6E59-4F58-B339-D2AEFB0D202B}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FB7B45-0229-4BD9-84EB-963DE20FBDD7}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880895-918B-4DB1-B058-A74607D4B0ED}"/>
              </a:ext>
            </a:extLst>
          </p:cNvPr>
          <p:cNvSpPr/>
          <p:nvPr userDrawn="1"/>
        </p:nvSpPr>
        <p:spPr>
          <a:xfrm>
            <a:off x="949863" y="6500896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Developer Software Engineering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356852B-7CDF-4E03-B0D8-3093150EBF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7" y="6532581"/>
            <a:ext cx="568863" cy="1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68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199511-694B-48AE-AC3A-A8CB4A53D75D}"/>
              </a:ext>
            </a:extLst>
          </p:cNvPr>
          <p:cNvSpPr/>
          <p:nvPr userDrawn="1"/>
        </p:nvSpPr>
        <p:spPr>
          <a:xfrm>
            <a:off x="150527" y="6506289"/>
            <a:ext cx="98135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C++Now 2025</a:t>
            </a:r>
          </a:p>
        </p:txBody>
      </p:sp>
    </p:spTree>
    <p:extLst>
      <p:ext uri="{BB962C8B-B14F-4D97-AF65-F5344CB8AC3E}">
        <p14:creationId xmlns:p14="http://schemas.microsoft.com/office/powerpoint/2010/main" val="1600483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Blue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C841197-2CF0-45F0-8F2A-7933BBBCA6C7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F87E56-D20F-4261-BEAD-AB9B17E14FC2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1CF056-9D11-4F80-AB2B-5694DFB8A527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A9EF0-587D-4D66-AF71-B360DB9198E7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2E850D-51CD-43FB-A9F3-34452CA375AD}"/>
              </a:ext>
            </a:extLst>
          </p:cNvPr>
          <p:cNvSpPr/>
          <p:nvPr userDrawn="1"/>
        </p:nvSpPr>
        <p:spPr>
          <a:xfrm>
            <a:off x="949863" y="6500896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Developer Software Engineering</a:t>
            </a:r>
          </a:p>
        </p:txBody>
      </p:sp>
      <p:pic>
        <p:nvPicPr>
          <p:cNvPr id="18" name="Picture 17" descr="A picture containing drawing&#10;&#10;Description automatically generated">
            <a:extLst>
              <a:ext uri="{FF2B5EF4-FFF2-40B4-BE49-F238E27FC236}">
                <a16:creationId xmlns:a16="http://schemas.microsoft.com/office/drawing/2014/main" id="{1891E901-04DA-4E63-B045-585BD8E805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7" y="6532581"/>
            <a:ext cx="568863" cy="1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12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2B7E3E-B537-4EE3-BA97-B90982F6C31B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C7E27-4D13-40CC-BD02-3CD7453D0B8C}"/>
              </a:ext>
            </a:extLst>
          </p:cNvPr>
          <p:cNvSpPr/>
          <p:nvPr userDrawn="1"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20" y="2614497"/>
            <a:ext cx="4838270" cy="1782383"/>
          </a:xfrm>
        </p:spPr>
        <p:txBody>
          <a:bodyPr anchor="t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7623" y="546389"/>
            <a:ext cx="5433848" cy="111870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B94AE-1165-4C66-B976-C2E168859D49}"/>
              </a:ext>
            </a:extLst>
          </p:cNvPr>
          <p:cNvSpPr/>
          <p:nvPr userDrawn="1"/>
        </p:nvSpPr>
        <p:spPr>
          <a:xfrm>
            <a:off x="709974" y="2295340"/>
            <a:ext cx="319157" cy="31915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8E51D-DCA9-46A9-A882-29E595D6A99F}"/>
              </a:ext>
            </a:extLst>
          </p:cNvPr>
          <p:cNvSpPr/>
          <p:nvPr userDrawn="1"/>
        </p:nvSpPr>
        <p:spPr>
          <a:xfrm>
            <a:off x="536812" y="2123120"/>
            <a:ext cx="174318" cy="174318"/>
          </a:xfrm>
          <a:prstGeom prst="rect">
            <a:avLst/>
          </a:prstGeom>
          <a:solidFill>
            <a:srgbClr val="7BDE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74772E-29C4-4337-A397-0F1232F1F1FE}"/>
              </a:ext>
            </a:extLst>
          </p:cNvPr>
          <p:cNvSpPr/>
          <p:nvPr userDrawn="1"/>
        </p:nvSpPr>
        <p:spPr>
          <a:xfrm>
            <a:off x="711130" y="2023074"/>
            <a:ext cx="100045" cy="100045"/>
          </a:xfrm>
          <a:prstGeom prst="rect">
            <a:avLst/>
          </a:prstGeom>
          <a:solidFill>
            <a:srgbClr val="B4F0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06ADC8-E536-415C-9589-A82AD6F7B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87623" y="1813801"/>
            <a:ext cx="5433848" cy="4376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5E17D-D74E-461D-9994-21701E9CF3FE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9314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Frame Whit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22" y="1828800"/>
            <a:ext cx="10557387" cy="320040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75166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Fram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75A302-45A3-481F-BFAB-9A074C3F7794}"/>
              </a:ext>
            </a:extLst>
          </p:cNvPr>
          <p:cNvSpPr/>
          <p:nvPr userDrawn="1"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922" y="1776845"/>
            <a:ext cx="10557387" cy="3304310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6F6B2-1DD0-42F2-9039-5327CC0EF19D}"/>
              </a:ext>
            </a:extLst>
          </p:cNvPr>
          <p:cNvSpPr/>
          <p:nvPr userDrawn="1"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3A20D-927D-4DD1-8E5E-A3AC6EDE3968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DDBF953-491D-46D1-9B3A-9BACF5F24487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B9AAD6-9860-4DB3-B7F8-14D9F7EC7EC8}"/>
              </a:ext>
            </a:extLst>
          </p:cNvPr>
          <p:cNvSpPr/>
          <p:nvPr userDrawn="1"/>
        </p:nvSpPr>
        <p:spPr>
          <a:xfrm>
            <a:off x="5537995" y="6510549"/>
            <a:ext cx="111601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CC1ED-68D0-4BFE-AE3F-F3D5029988EF}"/>
              </a:ext>
            </a:extLst>
          </p:cNvPr>
          <p:cNvSpPr/>
          <p:nvPr userDrawn="1"/>
        </p:nvSpPr>
        <p:spPr>
          <a:xfrm>
            <a:off x="949863" y="6500896"/>
            <a:ext cx="19992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Developer Software Engineering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1976DCD2-B3C3-4C96-9422-E04E51FDC7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7" y="6532581"/>
            <a:ext cx="568863" cy="18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24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l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81D5E138-8800-4F6C-BD71-5E098EFFE2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1" y="2626737"/>
            <a:ext cx="4052408" cy="16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7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7484" y="2810749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72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/>
              <a:t>54pt Intel Clear Pro</a:t>
            </a:r>
            <a:br>
              <a:rPr lang="en-US"/>
            </a:br>
            <a:r>
              <a:rPr lang="en-US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607484" y="4321533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2133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641465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484" y="2979843"/>
            <a:ext cx="10363200" cy="1500187"/>
          </a:xfrm>
        </p:spPr>
        <p:txBody>
          <a:bodyPr anchor="t" anchorCtr="0">
            <a:noAutofit/>
          </a:bodyPr>
          <a:lstStyle>
            <a:lvl1pPr marL="0" indent="0">
              <a:buNone/>
              <a:defRPr sz="5333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40pt Intel Clear Light Body.</a:t>
            </a:r>
            <a:br>
              <a:rPr lang="en-US"/>
            </a:br>
            <a:r>
              <a:rPr lang="en-US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7484" y="1469059"/>
            <a:ext cx="10363200" cy="1362075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333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40pt Intel Clear Heading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3251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prstClr val="white"/>
                </a:solidFill>
              </a:rPr>
              <a:t>Intel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2799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BF41EA-3085-473A-967C-3157944804D0}"/>
              </a:ext>
            </a:extLst>
          </p:cNvPr>
          <p:cNvSpPr/>
          <p:nvPr userDrawn="1"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84EC55-415E-440F-AE6F-DDB70FA6D3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FB4E28-8FF4-469D-9172-AA2B2441695C}"/>
              </a:ext>
            </a:extLst>
          </p:cNvPr>
          <p:cNvSpPr txBox="1"/>
          <p:nvPr userDrawn="1"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 err="1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2C4174-C58D-4EF7-A490-8F73147A264E}"/>
              </a:ext>
            </a:extLst>
          </p:cNvPr>
          <p:cNvSpPr/>
          <p:nvPr userDrawn="1"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3C27C-15D8-DDBE-1CDC-979E1B343A51}"/>
              </a:ext>
            </a:extLst>
          </p:cNvPr>
          <p:cNvSpPr/>
          <p:nvPr userDrawn="1"/>
        </p:nvSpPr>
        <p:spPr>
          <a:xfrm>
            <a:off x="381000" y="6520386"/>
            <a:ext cx="9605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dirty="0" err="1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Cppcon</a:t>
            </a:r>
            <a:r>
              <a:rPr lang="en-US" sz="1000" dirty="0">
                <a:solidFill>
                  <a:schemeClr val="tx1"/>
                </a:solidFill>
                <a:ea typeface="Intel Clear" panose="020B0604020203020204" pitchFamily="34" charset="0"/>
                <a:cs typeface="Times New Roman" panose="02020603050405020304" pitchFamily="18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9220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5" r:id="rId4"/>
    <p:sldLayoutId id="2147483654" r:id="rId5"/>
    <p:sldLayoutId id="2147483650" r:id="rId6"/>
    <p:sldLayoutId id="2147483658" r:id="rId7"/>
    <p:sldLayoutId id="2147483652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701" r:id="rId23"/>
    <p:sldLayoutId id="2147483702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IntelOne Display Regular" panose="020B0503020203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IntelOne Display Regular" panose="020B0503020203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81hnTM9aG" TargetMode="Externa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M9xvePz34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hr4rcofcx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hr4rcofcx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hr4rcofcx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hr4rcofcx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xK1svWMqT" TargetMode="Externa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Ks9ndroY9" TargetMode="Externa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qrPMdxc1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qrPMdxc1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qrPMdxc1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qrPMdxc1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vaqq1qE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cnqn6bT78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vaqq1qE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cnqn6bT78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vaqq1qE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cnqn6bT78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vaqq1qE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cnqn6bT78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vaqq1qE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cnqn6bT78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bvaqq1qE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cnqn6bT78" TargetMode="Externa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zEYeMsc7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xKKPr1c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xKKPr1c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xKKPr1c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PW6ev75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PW6ev75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PW6ev75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PW6ev75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5hdEqocz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j5hdEqocz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hrncTv416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hrncTv416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hrncTv416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1znfanfx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1znfanfxK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1znfanfxK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1znfanfxK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75hP9dPz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75hP9dPz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75hP9dPz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75hP9dPz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75hP9dPz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40EBB4-458F-2BBA-AE1B-76DD91FB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6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B222-088A-B73E-590B-C962FA00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EA7A-61C9-A9AC-6B61-76C041F6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 myself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3961-AC1E-893B-F11E-D35472C7F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r>
              <a:rPr lang="en-US" dirty="0"/>
              <a:t>Working for Intel</a:t>
            </a:r>
          </a:p>
          <a:p>
            <a:r>
              <a:rPr lang="en-US" dirty="0" err="1"/>
              <a:t>oneAPI</a:t>
            </a:r>
            <a:r>
              <a:rPr lang="en-US" dirty="0"/>
              <a:t> Data Parallel C++ (</a:t>
            </a:r>
            <a:r>
              <a:rPr lang="en-US" dirty="0" err="1"/>
              <a:t>oneDPL</a:t>
            </a:r>
            <a:r>
              <a:rPr lang="en-US" dirty="0"/>
              <a:t>) lead developer</a:t>
            </a:r>
          </a:p>
          <a:p>
            <a:r>
              <a:rPr lang="en-US" dirty="0"/>
              <a:t>Significant contributions to other threading engines including</a:t>
            </a:r>
            <a:br>
              <a:rPr lang="en-US" dirty="0"/>
            </a:br>
            <a:r>
              <a:rPr lang="en-US" dirty="0" err="1"/>
              <a:t>oneAPI</a:t>
            </a:r>
            <a:r>
              <a:rPr lang="en-US" dirty="0"/>
              <a:t> Threading Building Blocks (</a:t>
            </a:r>
            <a:r>
              <a:rPr lang="en-US" dirty="0" err="1"/>
              <a:t>oneTBB</a:t>
            </a:r>
            <a:r>
              <a:rPr lang="en-US" dirty="0"/>
              <a:t>)</a:t>
            </a:r>
          </a:p>
          <a:p>
            <a:r>
              <a:rPr lang="en-US" dirty="0"/>
              <a:t>Contributor to SYCL heterogeneous compute language (in the past)</a:t>
            </a:r>
          </a:p>
          <a:p>
            <a:r>
              <a:rPr lang="en-US" dirty="0"/>
              <a:t>Contributions to C++ standard including parallel algorithms,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simd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std::execution</a:t>
            </a:r>
            <a:r>
              <a:rPr lang="en-US" dirty="0"/>
              <a:t>, and more</a:t>
            </a:r>
          </a:p>
          <a:p>
            <a:r>
              <a:rPr lang="en-US" dirty="0"/>
              <a:t>SG1: Concurrency and Parallelism chair in the C++ committee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80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01D28-5353-FB10-918D-9FC7A763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F42C-C89E-AF82-F7FD-E299B7D4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DAD5E-9B66-9BE0-DC27-251906E2BB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13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337E5-C07D-45BA-1BB0-6F0DEF87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61EC-4C4E-DA7C-6349-80B44D22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21F9-C9EC-075A-6D0C-7774F8316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https://godbolt.org/z/81hnTM9aG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90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2141-A24F-5078-8DA5-7A00CA69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21BC-504A-4BBF-6ED1-5FA271F0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5493E-B7E8-DAA5-CDEF-F699E1C45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r>
              <a:rPr lang="en-US" dirty="0"/>
              <a:t>Added </a:t>
            </a:r>
            <a:r>
              <a:rPr lang="en-US" dirty="0" err="1"/>
              <a:t>rvalue</a:t>
            </a:r>
            <a:r>
              <a:rPr lang="en-US" dirty="0"/>
              <a:t> references</a:t>
            </a:r>
          </a:p>
          <a:p>
            <a:r>
              <a:rPr lang="en-US" dirty="0"/>
              <a:t>Expended overload resolution rules</a:t>
            </a:r>
          </a:p>
          <a:p>
            <a:r>
              <a:rPr lang="en-US" dirty="0"/>
              <a:t>Added move semantics (including Standard Library support)</a:t>
            </a:r>
          </a:p>
        </p:txBody>
      </p:sp>
    </p:spTree>
    <p:extLst>
      <p:ext uri="{BB962C8B-B14F-4D97-AF65-F5344CB8AC3E}">
        <p14:creationId xmlns:p14="http://schemas.microsoft.com/office/powerpoint/2010/main" val="176799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81ED9-0356-AC42-6FFC-3C7C8B15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F9DF-D546-8692-624E-369F5D0C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B1607-70F8-FFC5-B0AB-A2C71C882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5DAE7-4C63-0151-2273-9BB178CA10EF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005EA-ECAA-720F-54BF-356F8FE09007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7A1AD-7F7A-6A63-62D2-AC52B7DC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9E7E-9C27-AA67-AE27-377964BE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9A85E-B142-0E16-9644-30B5A1DF5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F63D7-4AEC-0E68-1906-CCC1774DCFEE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213A3-0385-96CB-8D38-1E054C926FE4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4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64CE-3575-B48F-02CB-B93D56F5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B4BF-2CB5-4A53-BEA5-ACEF85B3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19C14-0F0B-9B61-2C22-DC176C3C7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A9272-D535-B4F3-7E03-DC20D0EFE954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5604D-5E2C-696D-002B-FD864780521B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19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1F0C-37C2-5641-5215-6EAF3A07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6652-9A0F-6F1B-8058-12054FC7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3481C-05BE-F32A-DDFC-7B8C64064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CB04C-B5A1-E3AB-6C68-EBA64295E7E9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E89A0-1D31-E73F-F4E8-1B10B1EF1B94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19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D1DAB-6498-4BF1-EE9E-8AEDCE92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F7845-5BA8-6271-4CBC-2020C2AE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66718-9BA9-E3F8-4150-96D5BEE23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1172A-6DE2-CDEC-1889-BEE28B4C7A3C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3BB1A-87B8-CAE6-2D7F-996561BB9733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7A4A-0E61-EF2C-8DD2-309351CB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0470-9507-896F-C368-2DF81572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F81E2-F84E-5487-B22E-C5180F741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187F2-EFD0-43C7-8AD0-8D194AA46032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076E9-B7E3-32F8-473B-B255F1CD972B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730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69CD-DCA1-CE68-2036-EFCE5F58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44303-199D-4627-4580-B5543D56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EC427-EC15-2B6A-16B5-3BF1A41FE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3BE29-719A-3AB5-BA5F-1531E7A5B539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D671A-A2E2-FB7E-B913-EC3B92A02C49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45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644A9-2D66-D240-D3D6-A7C46E810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4F81-33A4-E700-0E07-0966E49D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36E39-A2DE-EAD8-E8FD-C4989B26C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DECB04-DB8F-910A-6136-21B8A30BB9E6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B8140-D36A-521C-1251-22C1E68405DE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574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C635-D544-FF78-9DC3-227027DB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E0E3-F8EF-678C-9D02-F36C1190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F28C-16A7-466E-FCBD-2F360038F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4E7B1-E825-3256-2D64-E5936C0743B5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73D2C-1799-86AE-F2CB-9970D2248FDD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60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4E968-2763-727F-B086-4351FA2E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4C440-945A-D718-0A33-52047E4A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EF39E-2E77-D70F-7B4A-16A0CB21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A7692-27FF-CCCE-6A69-00B5E0E5FB15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E3E9C-4C76-38AF-8617-71D2D5705B08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6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FEE9C-E37B-F5C1-E03B-F439A72E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7A6D-925D-EA95-802F-038D0D9B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A42F-AEBE-ACFD-1731-4386F7821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58550-08C5-6BB7-B9D0-8A93F2AD3D11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8565A-A6FA-F690-07FF-672E027837FA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013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2F97-15DB-14C5-8DA8-4CF06EF30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21C1-9E06-BB8E-35FA-B515F646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expression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9E40C-6FC4-0FEC-8DB6-D1C95EA0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a++;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++a;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lvalue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E74F2-C873-4002-FD27-77F535745185}"/>
              </a:ext>
            </a:extLst>
          </p:cNvPr>
          <p:cNvSpPr txBox="1"/>
          <p:nvPr/>
        </p:nvSpPr>
        <p:spPr>
          <a:xfrm>
            <a:off x="6170686" y="1421516"/>
            <a:ext cx="4892444" cy="4220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bar()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= foo();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24BBF-285A-6854-3A3E-9FBA60554D58}"/>
              </a:ext>
            </a:extLst>
          </p:cNvPr>
          <p:cNvSpPr txBox="1"/>
          <p:nvPr/>
        </p:nvSpPr>
        <p:spPr>
          <a:xfrm>
            <a:off x="6170686" y="5824991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https://godbolt.org/z/M9xvePz34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8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B8680-6736-43CD-7A6D-53D20A3D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F934-31E0-C61C-DC59-40A3A30B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16E88-0A9D-AC24-D141-DDEE79512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Similarities:</a:t>
            </a:r>
          </a:p>
          <a:p>
            <a:r>
              <a:rPr lang="en-US" dirty="0"/>
              <a:t>Always bound</a:t>
            </a:r>
          </a:p>
          <a:p>
            <a:r>
              <a:rPr lang="en-US" dirty="0"/>
              <a:t>Polymorphic</a:t>
            </a:r>
          </a:p>
          <a:p>
            <a:r>
              <a:rPr lang="en-US" dirty="0"/>
              <a:t>Immutable</a:t>
            </a:r>
          </a:p>
          <a:p>
            <a:r>
              <a:rPr lang="en-US" dirty="0"/>
              <a:t>Prolong lifetime of an object*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Differences:</a:t>
            </a:r>
          </a:p>
          <a:p>
            <a:r>
              <a:rPr lang="en-US" dirty="0"/>
              <a:t>Expression categories binding</a:t>
            </a:r>
          </a:p>
          <a:p>
            <a:r>
              <a:rPr lang="en-US" dirty="0"/>
              <a:t>Overload resolution rules</a:t>
            </a:r>
          </a:p>
        </p:txBody>
      </p:sp>
    </p:spTree>
    <p:extLst>
      <p:ext uri="{BB962C8B-B14F-4D97-AF65-F5344CB8AC3E}">
        <p14:creationId xmlns:p14="http://schemas.microsoft.com/office/powerpoint/2010/main" val="71921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2F35-623C-D346-62E1-BB8C2E0D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F78A-1E2A-8558-FAE1-A3AEC783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reference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742B-13B4-6DF4-5080-F9C91B1E6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C3540-CBD1-0653-58C4-067FB53DF00B}"/>
              </a:ext>
            </a:extLst>
          </p:cNvPr>
          <p:cNvSpPr txBox="1"/>
          <p:nvPr/>
        </p:nvSpPr>
        <p:spPr>
          <a:xfrm>
            <a:off x="6483556" y="1421516"/>
            <a:ext cx="4870244" cy="385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x{};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y{};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virtual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CBE92-2A58-CAB4-1243-C7425E7903E6}"/>
              </a:ext>
            </a:extLst>
          </p:cNvPr>
          <p:cNvSpPr txBox="1"/>
          <p:nvPr/>
        </p:nvSpPr>
        <p:spPr>
          <a:xfrm>
            <a:off x="6483556" y="5824991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https://godbolt.org/z/hr4rcofcx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939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291F-0D35-52F5-D9A1-DE121EBF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855C-496B-80EA-F665-C9E92153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reference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D4E70-0741-5CA4-726C-80E6CD578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b;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a = B();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a = b;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B0093-75B3-573C-65FC-72FE79E1F360}"/>
              </a:ext>
            </a:extLst>
          </p:cNvPr>
          <p:cNvSpPr txBox="1"/>
          <p:nvPr/>
        </p:nvSpPr>
        <p:spPr>
          <a:xfrm>
            <a:off x="6483556" y="1421516"/>
            <a:ext cx="4870244" cy="385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x{};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y{};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virtual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329D9-6A30-85A0-3420-F95E923CEE32}"/>
              </a:ext>
            </a:extLst>
          </p:cNvPr>
          <p:cNvSpPr txBox="1"/>
          <p:nvPr/>
        </p:nvSpPr>
        <p:spPr>
          <a:xfrm>
            <a:off x="6483556" y="5824991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https://godbolt.org/z/hr4rcofcx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260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2392-AD89-EDF9-05F3-B9970217F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B08D-09BE-33C0-F21F-35258186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reference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11ED-3BBD-B660-BA1C-B84343227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b;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a = B();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a = b;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r_ref.method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E7343-19A7-481A-A9A3-A638A6B6CA62}"/>
              </a:ext>
            </a:extLst>
          </p:cNvPr>
          <p:cNvSpPr txBox="1"/>
          <p:nvPr/>
        </p:nvSpPr>
        <p:spPr>
          <a:xfrm>
            <a:off x="6483556" y="1421516"/>
            <a:ext cx="4870244" cy="385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x{};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y{};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virtual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8F93E-61F1-3BAA-2014-34915FC9B690}"/>
              </a:ext>
            </a:extLst>
          </p:cNvPr>
          <p:cNvSpPr txBox="1"/>
          <p:nvPr/>
        </p:nvSpPr>
        <p:spPr>
          <a:xfrm>
            <a:off x="6483556" y="5824991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https://godbolt.org/z/hr4rcofcx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1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E1AF-EEEE-CD0E-7A7C-CB4484B8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B65F-D530-D556-8E3C-A7E3EE5A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vs </a:t>
            </a:r>
            <a:r>
              <a:rPr lang="en-US" dirty="0" err="1"/>
              <a:t>rvalue</a:t>
            </a:r>
            <a:r>
              <a:rPr lang="en-US" dirty="0"/>
              <a:t> reference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12E7-66C2-2988-7F0D-A99DCB85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b;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a = B();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a = b;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a.method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r_ref.method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r_int_ref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r_int_ref2 = x + y;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r_b_ref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std::move(b);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&lt;B&amp;&amp;&gt;(b);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82934-D170-B760-6A2D-CCDB489EE774}"/>
              </a:ext>
            </a:extLst>
          </p:cNvPr>
          <p:cNvSpPr txBox="1"/>
          <p:nvPr/>
        </p:nvSpPr>
        <p:spPr>
          <a:xfrm>
            <a:off x="6483556" y="1421516"/>
            <a:ext cx="4870244" cy="3857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x{};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y{};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virtual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B 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method()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...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E5D00-0FE8-612A-63CB-AA40C201EC39}"/>
              </a:ext>
            </a:extLst>
          </p:cNvPr>
          <p:cNvSpPr txBox="1"/>
          <p:nvPr/>
        </p:nvSpPr>
        <p:spPr>
          <a:xfrm>
            <a:off x="6483556" y="5824991"/>
            <a:ext cx="407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https://godbolt.org/z/hr4rcofcx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95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C210-2466-4886-A00C-979251995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4EDC-2CF7-1D26-3437-E76E1C55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 resolution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C83F6-5A6C-E2F7-9121-E6E05B61A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expressions prefer </a:t>
            </a:r>
            <a:r>
              <a:rPr lang="en-US" dirty="0" err="1"/>
              <a:t>lvalue</a:t>
            </a:r>
            <a:r>
              <a:rPr lang="en-US" dirty="0"/>
              <a:t> reference overloads</a:t>
            </a:r>
          </a:p>
          <a:p>
            <a:r>
              <a:rPr lang="en-US" dirty="0" err="1"/>
              <a:t>rvalue</a:t>
            </a:r>
            <a:r>
              <a:rPr lang="en-US" dirty="0"/>
              <a:t> expressions prefer </a:t>
            </a:r>
            <a:r>
              <a:rPr lang="en-US" dirty="0" err="1"/>
              <a:t>rvalue</a:t>
            </a:r>
            <a:r>
              <a:rPr lang="en-US" dirty="0"/>
              <a:t> references overloads</a:t>
            </a:r>
          </a:p>
        </p:txBody>
      </p:sp>
    </p:spTree>
    <p:extLst>
      <p:ext uri="{BB962C8B-B14F-4D97-AF65-F5344CB8AC3E}">
        <p14:creationId xmlns:p14="http://schemas.microsoft.com/office/powerpoint/2010/main" val="1881748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4FBA1-5661-C13E-7EF8-5D734BFD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2CAC-7018-46AE-B229-05E4592C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CE2F8-FFEB-6871-837A-B8C433D29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10593-8070-3B32-4C43-9E5ED6F6E95A}"/>
              </a:ext>
            </a:extLst>
          </p:cNvPr>
          <p:cNvSpPr txBox="1"/>
          <p:nvPr/>
        </p:nvSpPr>
        <p:spPr>
          <a:xfrm>
            <a:off x="6794205" y="1920484"/>
            <a:ext cx="4559595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BDC62-C277-7B2C-04E2-4ABD3B907E02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167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C57C-F1AC-E28A-55A7-5E4B2BEA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5AF8-15CC-964A-5704-22F0F5C5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EB383-8190-816C-B068-F9FA9AE4F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7F290-FF32-38C1-4B2F-0C95BA4A31B4}"/>
              </a:ext>
            </a:extLst>
          </p:cNvPr>
          <p:cNvSpPr txBox="1"/>
          <p:nvPr/>
        </p:nvSpPr>
        <p:spPr>
          <a:xfrm>
            <a:off x="6794205" y="1920484"/>
            <a:ext cx="4559595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A64B5-B0E8-40B0-74C3-4B0361033EF7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88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FC21-0407-BEDE-1A20-55501B4A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78E0-7EC0-DDA9-FBE4-9A84D20D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F90E7-7935-5268-8AEF-F81BBFA08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863C4-6B63-8EEB-A12D-C5152466FE3B}"/>
              </a:ext>
            </a:extLst>
          </p:cNvPr>
          <p:cNvSpPr txBox="1"/>
          <p:nvPr/>
        </p:nvSpPr>
        <p:spPr>
          <a:xfrm>
            <a:off x="6794205" y="1920484"/>
            <a:ext cx="4559595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71C39-064E-E3AC-E081-E7456A1C82F1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789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46C7-1E06-0E26-A993-86AFB21A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5D2B-935D-C968-9EC5-632CF077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4A7F7-258F-BDDC-B41C-0FA3BBEFA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04319-72F8-F2A0-07D2-25C67A7DFC53}"/>
              </a:ext>
            </a:extLst>
          </p:cNvPr>
          <p:cNvSpPr txBox="1"/>
          <p:nvPr/>
        </p:nvSpPr>
        <p:spPr>
          <a:xfrm>
            <a:off x="6794205" y="1920484"/>
            <a:ext cx="4559595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238CB-00F5-FA7A-D591-0B329B393330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72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4F874-099A-D09A-879F-76804D99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01CF-6291-5DBE-C2BF-31536E6F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4EDF6-BDA5-9DAD-59BA-3E9C90A22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A15F7-9569-2748-EED0-66419897C843}"/>
              </a:ext>
            </a:extLst>
          </p:cNvPr>
          <p:cNvSpPr txBox="1"/>
          <p:nvPr/>
        </p:nvSpPr>
        <p:spPr>
          <a:xfrm>
            <a:off x="6794205" y="1920484"/>
            <a:ext cx="4559595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4A3A5-5B4D-0259-E2BF-966E10D3B12B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514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AC15-74C2-9CEF-EFC3-CB6D4A93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83FB-0B8B-AFC4-B132-B2C1DFA1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CAA6F-784F-8CD7-65F6-2AF0FB23A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27EC1-C671-F7B9-E866-89F20CB4D2B4}"/>
              </a:ext>
            </a:extLst>
          </p:cNvPr>
          <p:cNvSpPr txBox="1"/>
          <p:nvPr/>
        </p:nvSpPr>
        <p:spPr>
          <a:xfrm>
            <a:off x="6794205" y="1920484"/>
            <a:ext cx="4559595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41233-3F64-D767-F442-DD1049B0F6DC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190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3674-1462-DD33-7855-D05F0EA4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B603-5811-0BD8-2B5D-378EB7B5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0BBC-9158-F662-6397-530A9B506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20226-449B-FD56-0FDD-A3DD8E464957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B9E79-4C1D-6748-6A88-0053E1D2C1DC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89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CF52-6271-8342-486E-82435881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4952-E08D-3CBD-65CF-C11CA016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3C9BD-6CA3-49B2-F1F2-79599703A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92AFF-A687-9801-E7A5-398C35FAEB9B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2B0E89-8170-F4E6-9164-E1771A5507A5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834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A575-3BAA-EC89-9B03-6C5D4547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BC8C-15E4-067A-67FE-6B8556F6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16984-1391-D05B-4F32-462C69529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02FB0-38F7-B41C-2F1E-45A5123517F0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01622-8F9A-E744-7325-37FCE5B769F9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598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3A97-397C-DFA0-D233-EF15B6099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478C-A11E-E77D-BC8C-7A7DC75B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EDFB2-EB5E-7A8D-4314-8B4FB869B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05A18-84A2-9A1E-1403-BC0E0001D2B6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C239C-7F84-3D9C-297B-1C31BFE684DB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671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3D23-038B-F5FC-1E56-C868289C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39B6-7F12-7C39-82D9-8B3972B2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291D4-5236-048C-81F8-9192A1C01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B8DA8-73E1-C9D8-AF4B-A9991476DE01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E512E-41AC-901D-2A6C-951E8DC69B9F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38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8E7E-7BC0-E5B7-3E59-C3560C985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0CB9-9CCC-41B9-4B07-B0DDB3B4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FAF2-F78B-3447-FF94-DF18CC142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5CA99-6463-A0C4-2ABC-2E49B588409F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A4C63-45FC-B905-14CC-5E1D5AC24DCF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46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ED17-DDD7-DA4E-B490-46F7F0EF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0077-6CBA-BA21-931B-B0C280ED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17B4A-3E5B-0D06-E8DC-1300262E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F6CFD-049D-89E1-B9BC-3E31BE92A918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BC93C-9F82-6C03-F16B-8578EC33112A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857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AE48-0308-4C10-C280-3A9AB55A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8B48A-8ED3-9852-3549-CFDB03F3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AC02C-3F56-646B-F50F-E16503C00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1C4DC-2D44-31C0-1ADC-421EFD1DF23D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375BA-5FDC-3144-8623-22BBE9D2D828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78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F2F45-27E9-2060-10FF-DAAC8291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2370-DB4D-AD1D-C81C-1126B7B8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575D-9AFE-6C16-B455-92EB1002F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foo(std::move(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foo(std::move(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foo(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888DA-E93E-CC01-8DD8-5C743CC684DF}"/>
              </a:ext>
            </a:extLst>
          </p:cNvPr>
          <p:cNvSpPr txBox="1"/>
          <p:nvPr/>
        </p:nvSpPr>
        <p:spPr>
          <a:xfrm>
            <a:off x="6794205" y="1920483"/>
            <a:ext cx="4559595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const_lref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64C48-5464-C53B-8045-8E71EE37DAB0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8866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36B0-468C-E488-D4B1-AD0545B2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79B6-7EF3-EBE0-AD79-F08897BE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A99C5-0F8C-B2E2-76B6-7D4DE062C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DA9586-7CFE-63EE-22A1-34A922785BF9}"/>
              </a:ext>
            </a:extLst>
          </p:cNvPr>
          <p:cNvSpPr txBox="1"/>
          <p:nvPr/>
        </p:nvSpPr>
        <p:spPr>
          <a:xfrm>
            <a:off x="6794205" y="1920483"/>
            <a:ext cx="455959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i2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55929-C8B1-283C-8C10-3A25ADCF55FC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046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76BD4-AE3D-4786-30B6-BD56003F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DAFA-121F-EE84-C641-212164D4B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A0793-F321-812F-D3B6-B99754A6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i2);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i2);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foo(++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DB62E-0714-26AD-040C-4BB51ED308CC}"/>
              </a:ext>
            </a:extLst>
          </p:cNvPr>
          <p:cNvSpPr txBox="1"/>
          <p:nvPr/>
        </p:nvSpPr>
        <p:spPr>
          <a:xfrm>
            <a:off x="6794205" y="1920483"/>
            <a:ext cx="455959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i2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2B927-3D57-264F-7703-1BE6CD0B652E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508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755F-FADC-9C03-3028-9F9B25DDB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6E3F9-D4CA-4205-2C19-CB355772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C179-A5EE-6729-7320-D379A07A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i2);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foo(++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59597-0507-6358-BE7A-9E2D345CAF13}"/>
              </a:ext>
            </a:extLst>
          </p:cNvPr>
          <p:cNvSpPr txBox="1"/>
          <p:nvPr/>
        </p:nvSpPr>
        <p:spPr>
          <a:xfrm>
            <a:off x="6794205" y="1920483"/>
            <a:ext cx="455959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i2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C7ADA-8F43-DD55-73B9-7913EC959AA5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581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A66F3-D0F2-9888-E781-0F3631C3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EF0D7-DF90-E44A-05A0-7484F8BB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BB3B5-91DF-538B-F2CD-8617AADC8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foo(++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AA5F1E-317E-9024-ACBB-2E50F5BA1E41}"/>
              </a:ext>
            </a:extLst>
          </p:cNvPr>
          <p:cNvSpPr txBox="1"/>
          <p:nvPr/>
        </p:nvSpPr>
        <p:spPr>
          <a:xfrm>
            <a:off x="6794205" y="1920483"/>
            <a:ext cx="455959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i2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A3BBD-8D7C-DC3E-F5BA-778B7CB973FF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312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EFED5-2C4B-96F8-0874-2F805665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E007-20C1-97AD-4B4E-F7EC41B4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098F2-4930-375C-31A7-CBE4D4D7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foo(++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0656C-8942-9467-87BE-50830D518C33}"/>
              </a:ext>
            </a:extLst>
          </p:cNvPr>
          <p:cNvSpPr txBox="1"/>
          <p:nvPr/>
        </p:nvSpPr>
        <p:spPr>
          <a:xfrm>
            <a:off x="6794205" y="1920483"/>
            <a:ext cx="455959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i2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B798C-A278-3160-5E2F-D9893BD0F03C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421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B8173-EA22-32AF-804E-5B8D866F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9A4D-77CD-C51C-E365-0A8D68D3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lvalue</a:t>
            </a:r>
            <a:r>
              <a:rPr lang="en-US" dirty="0"/>
              <a:t> and </a:t>
            </a:r>
            <a:r>
              <a:rPr lang="en-US" dirty="0" err="1"/>
              <a:t>rvalue</a:t>
            </a:r>
            <a:r>
              <a:rPr lang="en-US" dirty="0"/>
              <a:t> overloads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85B7-9723-D55A-F1C2-2120E9AB3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i2);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foo(++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89F62-557B-2C05-4FE0-00036024C804}"/>
              </a:ext>
            </a:extLst>
          </p:cNvPr>
          <p:cNvSpPr txBox="1"/>
          <p:nvPr/>
        </p:nvSpPr>
        <p:spPr>
          <a:xfrm>
            <a:off x="6794205" y="1920483"/>
            <a:ext cx="455959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ref);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i2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B40A7-6C33-E3C9-3EE1-D23958B47C79}"/>
              </a:ext>
            </a:extLst>
          </p:cNvPr>
          <p:cNvSpPr txBox="1"/>
          <p:nvPr/>
        </p:nvSpPr>
        <p:spPr>
          <a:xfrm>
            <a:off x="6794205" y="5824991"/>
            <a:ext cx="435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https://godbolt.org/z/xK1svWMqT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29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3938-9714-38AE-2D8F-F4BC6829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95D9-46EE-8815-EC31-F1396594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92094-5EC0-5A25-49D6-B2DD0832E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C691B-415F-71CE-BA6A-E92FFEAB57AE}"/>
              </a:ext>
            </a:extLst>
          </p:cNvPr>
          <p:cNvSpPr txBox="1"/>
          <p:nvPr/>
        </p:nvSpPr>
        <p:spPr>
          <a:xfrm>
            <a:off x="5692070" y="1665184"/>
            <a:ext cx="5997817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str);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foo(String str)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90162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D4E5-CD4E-F770-E6B6-67917953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971C-C1C0-29FB-0DE3-8155C893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7718-E877-C7AD-DD9D-E9EDEC64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a(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b = a;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a;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C00E5-062C-B8E7-5A45-9BB794C509D6}"/>
              </a:ext>
            </a:extLst>
          </p:cNvPr>
          <p:cNvSpPr txBox="1"/>
          <p:nvPr/>
        </p:nvSpPr>
        <p:spPr>
          <a:xfrm>
            <a:off x="5692070" y="1665184"/>
            <a:ext cx="5997817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str);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foo(String str)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64701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0D0A-A231-DD7C-9987-4E9247AD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FFE0-0A96-FEA6-A2D2-CF13A43D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B80F-C5E4-FA68-869F-F71BECD50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a(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a;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DCD82-CCB7-84AD-F365-FF63F04D30BC}"/>
              </a:ext>
            </a:extLst>
          </p:cNvPr>
          <p:cNvSpPr txBox="1"/>
          <p:nvPr/>
        </p:nvSpPr>
        <p:spPr>
          <a:xfrm>
            <a:off x="5692070" y="1665184"/>
            <a:ext cx="5997817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str);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foo(String str)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0398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1321-A831-03F4-9170-562864F0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9541-3A60-F170-2769-EC7105B4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C33CC-E920-6044-A919-5EA31EC98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a(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983A6-25D1-E295-3654-B4D06C19F677}"/>
              </a:ext>
            </a:extLst>
          </p:cNvPr>
          <p:cNvSpPr txBox="1"/>
          <p:nvPr/>
        </p:nvSpPr>
        <p:spPr>
          <a:xfrm>
            <a:off x="5692070" y="1665184"/>
            <a:ext cx="5997817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str);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foo(String str)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50012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2A0A7-280A-FC82-C902-D0F8EDC4C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197BC-0C6F-A313-3167-A30129575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CE07E-19D6-A379-14B0-FC30F714A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a(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foo(a);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04136-75C7-F950-6641-1C16013FBAE4}"/>
              </a:ext>
            </a:extLst>
          </p:cNvPr>
          <p:cNvSpPr txBox="1"/>
          <p:nvPr/>
        </p:nvSpPr>
        <p:spPr>
          <a:xfrm>
            <a:off x="5692070" y="1665184"/>
            <a:ext cx="5997817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str);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foo(String str)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0471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2F85-2655-A34B-7205-7783422F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7E39-4A11-245E-8320-3DCD9925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30766-089B-8DAB-73DA-B785B36B1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a(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= a;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foo(a);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1,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27A6E-CA89-99DE-C98C-120B05206A39}"/>
              </a:ext>
            </a:extLst>
          </p:cNvPr>
          <p:cNvSpPr txBox="1"/>
          <p:nvPr/>
        </p:nvSpPr>
        <p:spPr>
          <a:xfrm>
            <a:off x="5692070" y="1665184"/>
            <a:ext cx="5997817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str);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foo(String str)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15169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C429-9F37-375C-5218-E69DF7D4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CC9A-4A3A-4937-763F-2026FBE3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D2035-0014-4DEC-1560-5C54B0F91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Move constructor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Move assignment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 algn="l">
              <a:lnSpc>
                <a:spcPct val="125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12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FC07-2800-675F-837F-FEEE4C4B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3EDB-AB92-1B5E-E9E0-40EF854A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2F24-38F7-C1D6-5154-B2FCB6BD7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String::String(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String&amp; other)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m_data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memcpy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>
              <a:spcBef>
                <a:spcPts val="400"/>
              </a:spcBef>
              <a:buNone/>
            </a:pP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String&amp; other) {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!= &amp;other)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delete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[]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m_len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other.m_len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m_data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m_len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memcpy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8948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7E06-70C4-7E07-991F-96B4ACDD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FFBF-5CAE-035D-6947-7CA65004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0182-B27C-C89E-D46D-760CFD0C6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                              {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5646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9375-592C-C320-7DC7-0782529C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6CC5-4317-25C9-70D0-6C1AA255D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0278-2B46-252C-85F0-3837F20E0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3058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218D0-1C0C-E906-0C0C-61E4E64D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3C3-AA58-C719-578F-1E6D4435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F720-2E63-FD04-8621-19C82680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5755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CD3F-B60F-4138-D46A-E7D2B249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7F0C-45F9-279D-6610-3F0256BB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109E3-9FD6-541B-1E48-EA43B8B10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0632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D567-E609-1587-3A57-682D4BDD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B867-1089-4A19-A281-1E2A9373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94155-B125-2852-79E3-CBD7AF71E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delete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17233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AB01-A71B-402D-E66B-773DFAC45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88F1-8C7C-09FC-C501-15091C8A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D71AC-6EFE-CA7E-D95C-CEE9F3934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delete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70722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9DF0-AA89-5112-DFA3-56636A69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A5C8-C453-E6AB-EDC8-A6A37F3D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708A7-11BE-E592-E8E2-709B95DA1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String::String(String&amp;&amp;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 String::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=(String&amp;&amp; other)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&amp;other)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delete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other.m_data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other.m_len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37034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5144-6C1C-63CC-77BB-DAB376483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74EE-9327-689E-A87E-438F02F4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CAA4C-1DC1-4B3D-1483-C0F8FA99E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F5451-DF9B-D14D-B83F-520B12A6CD3B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7055B1-304A-5025-1F6A-BA37CDEAF43E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8347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1192-D92C-E69D-EAA3-1AC6040EA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816C8-C435-4189-4E35-4CCD6898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73F7D-34DD-1CBD-DB7A-6C570C37E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EB6E4-3D43-339B-8C1C-55D6107A9BC7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E7A6B-4DE8-273C-7B1A-A3471B0AB516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168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F321-6E25-91F2-1341-FC57C6C4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4E36-EFC4-7E88-F3B4-4F2C29E3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83F6-DD70-30E0-4C91-068E29807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2A534-1A85-ED58-588A-7A511326DCE0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68FD6-DE2B-9A1B-79C1-BEA64BA7E5FF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90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5621-4BA5-0FD9-AF64-AF0ECE39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D774-55E3-B637-7308-05F460C2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4D23-8670-81DA-99FA-1148D580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E24A4-0B04-6C67-EEE6-D4D372DC9F43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EFF9F-2320-6878-30F0-0ED00FBC7536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95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2DFA-ABA1-18E9-7611-B4D3222C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CFF3-07B6-5D0D-0FE0-58AEA4DF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1D143-CBA0-C140-D34C-EBF3278F2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AA617-D46E-6214-711B-A903E475B579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E38CE-9A9A-E3C9-DD6B-21AFC9D83038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602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4ABFC-A5B4-7545-EECC-88F1D4F6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3C3C-7175-E0D4-8DA2-D26B2E98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03BC2-CCEA-B716-C5E3-F917DCA2E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85836-E034-BEB7-B689-2B0AB5996389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09573-CA2F-FBF6-2EAB-4EC12B2379B8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300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76FE-4CD6-06EE-A92F-08C8C583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BA3B-9F71-2842-09EA-7661F7D56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42D51-0DC6-85D5-1EC5-28A24ADD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C1AEC-57E6-35F0-6E6F-62318CCF83F5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5491E-82F8-A079-BCDC-65911792FC60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9428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418A-5D54-C360-6BDB-CE1CC8F0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C375-1224-5C06-10A0-DE3BCDF0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31774-F76F-897E-DD55-6A008540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EE9F3-7755-0F28-8652-B86A9A4ECC2B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CFC1E-6801-0962-31C1-51A904209311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34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B87F4-57BC-5A6F-B51E-48DCDB16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CAAD1-49D2-6907-891C-0CCA3976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1A762-66BD-6AD9-4B6F-E12414643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3,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502D2-BCEC-AF43-2551-5C69F919E3CC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D3C23-91B1-C745-6C38-736BC879FA89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599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BDA7-F2A9-C559-9F81-72727CB6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38EC-6936-A592-A4CD-B46DD6E2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29D1-369B-26FB-02EB-B5325ABAF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3,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(std::move(str5));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68394-B36F-91AD-9782-EE4C64D3A79B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FBC11-E4AA-4748-9D3A-2CA029A40BAE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423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72750-D208-9BF1-76F5-B777B4A5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45E6-26CD-718C-B768-A712987D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3D63-0F00-F790-99DA-84782C0C4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3,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(std::move(str5));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str6(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8E2C2-1557-EA44-D33C-6504C9ABB85E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65894-49C6-5D4C-FBC8-9E729F103931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664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92C9-16DE-2FA9-8368-C20536696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79139-4654-8289-9D73-4AB3C39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Copy/Move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E2B30-E47E-F55B-1302-A2B50047F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str2 = str;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= str2;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str3(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std::move(str2);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=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"zzz"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str4(String(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str5(foo());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3, 3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String&amp;&amp;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(std::move(str5));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str6(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rref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A1837-7355-088A-7A26-E70FA9D1697E}"/>
              </a:ext>
            </a:extLst>
          </p:cNvPr>
          <p:cNvSpPr txBox="1"/>
          <p:nvPr/>
        </p:nvSpPr>
        <p:spPr>
          <a:xfrm>
            <a:off x="5452590" y="1426015"/>
            <a:ext cx="6358410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 {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data);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String&amp; other);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~String();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3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String&amp;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=(String&amp;&amp;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4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m_data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m_len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0">
              <a:spcBef>
                <a:spcPts val="4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>
              <a:spcBef>
                <a:spcPts val="4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foo() {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sz="18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4DAC9-730F-AB25-9B39-823415D52DC6}"/>
              </a:ext>
            </a:extLst>
          </p:cNvPr>
          <p:cNvSpPr txBox="1"/>
          <p:nvPr/>
        </p:nvSpPr>
        <p:spPr>
          <a:xfrm>
            <a:off x="5452590" y="5754291"/>
            <a:ext cx="4336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2"/>
              </a:rPr>
              <a:t>https://godbolt.org/z/Ks9ndroY9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0168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02B9E-0198-E1DC-E671-32055577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5A8B-97CC-2B6E-A642-A94A044D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of rules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F883F-AF47-EA2F-0286-EBB53892D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rmAutofit/>
          </a:bodyPr>
          <a:lstStyle/>
          <a:p>
            <a:r>
              <a:rPr lang="en-US" dirty="0"/>
              <a:t>Copy constructor is called when you create an object from an </a:t>
            </a:r>
            <a:r>
              <a:rPr lang="en-US" dirty="0" err="1"/>
              <a:t>lvalue</a:t>
            </a:r>
            <a:r>
              <a:rPr lang="en-US" dirty="0"/>
              <a:t> expression</a:t>
            </a:r>
          </a:p>
          <a:p>
            <a:r>
              <a:rPr lang="en-US" dirty="0"/>
              <a:t>Copy assignment is called when you assign an </a:t>
            </a:r>
            <a:r>
              <a:rPr lang="en-US" dirty="0" err="1"/>
              <a:t>lvalue</a:t>
            </a:r>
            <a:r>
              <a:rPr lang="en-US" dirty="0"/>
              <a:t> expression to the existing object</a:t>
            </a:r>
          </a:p>
          <a:p>
            <a:r>
              <a:rPr lang="en-US" dirty="0"/>
              <a:t>Move constructor is called when you create an object from an </a:t>
            </a:r>
            <a:r>
              <a:rPr lang="en-US" dirty="0" err="1"/>
              <a:t>rvalue</a:t>
            </a:r>
            <a:r>
              <a:rPr lang="en-US" dirty="0"/>
              <a:t> expression</a:t>
            </a:r>
          </a:p>
          <a:p>
            <a:r>
              <a:rPr lang="en-US" dirty="0"/>
              <a:t>Move assignment is called when you assign an </a:t>
            </a:r>
            <a:r>
              <a:rPr lang="en-US" dirty="0" err="1"/>
              <a:t>rvalue</a:t>
            </a:r>
            <a:r>
              <a:rPr lang="en-US" dirty="0"/>
              <a:t> expression to the existing object</a:t>
            </a:r>
          </a:p>
        </p:txBody>
      </p:sp>
    </p:spTree>
    <p:extLst>
      <p:ext uri="{BB962C8B-B14F-4D97-AF65-F5344CB8AC3E}">
        <p14:creationId xmlns:p14="http://schemas.microsoft.com/office/powerpoint/2010/main" val="30459869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48CA-EB4B-1751-19C6-ADDEDF48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7BEF-90B4-6A20-B233-1A4D62BA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</a:t>
            </a:r>
            <a:r>
              <a:rPr lang="en-US" dirty="0" err="1"/>
              <a:t>rvalue</a:t>
            </a:r>
            <a:r>
              <a:rPr lang="en-US" dirty="0"/>
              <a:t> from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79BE5-0225-E9E5-A5EA-E3EEE6BF1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273F5-7FB5-7210-5280-1B16E72D34FB}"/>
              </a:ext>
            </a:extLst>
          </p:cNvPr>
          <p:cNvSpPr txBox="1"/>
          <p:nvPr/>
        </p:nvSpPr>
        <p:spPr>
          <a:xfrm>
            <a:off x="6512325" y="1421516"/>
            <a:ext cx="484147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A(A&amp;&amp; other);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9F82A-F491-DABC-2EA6-4F4871B87AA9}"/>
              </a:ext>
            </a:extLst>
          </p:cNvPr>
          <p:cNvSpPr txBox="1"/>
          <p:nvPr/>
        </p:nvSpPr>
        <p:spPr>
          <a:xfrm>
            <a:off x="6512325" y="5824991"/>
            <a:ext cx="42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https://godbolt.org/z/qrPMdxc1f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9677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B55CE-717E-E999-A92E-22FE7728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FF7F-495A-18DC-4856-4F5B644C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</a:t>
            </a:r>
            <a:r>
              <a:rPr lang="en-US" dirty="0" err="1"/>
              <a:t>rvalue</a:t>
            </a:r>
            <a:r>
              <a:rPr lang="en-US" dirty="0"/>
              <a:t> from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9E85C-E093-2F31-4E50-3D64BDFCB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A&amp;&amp; getA1() {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    return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 A(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Helvetica Neue"/>
              <a:cs typeface="Helvetica Neue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A&amp;&amp; getA2() {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    A a(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    return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 std::move(a);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Helvetica Neue"/>
                <a:cs typeface="Helvetica Neue"/>
              </a:rPr>
              <a:t>}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B9994-55BD-599B-4090-7B20A407DCDF}"/>
              </a:ext>
            </a:extLst>
          </p:cNvPr>
          <p:cNvSpPr txBox="1"/>
          <p:nvPr/>
        </p:nvSpPr>
        <p:spPr>
          <a:xfrm>
            <a:off x="6512325" y="1421516"/>
            <a:ext cx="484147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A(A&amp;&amp; other);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2EC1B-6E37-6FA5-86EC-55A815532D2E}"/>
              </a:ext>
            </a:extLst>
          </p:cNvPr>
          <p:cNvSpPr txBox="1"/>
          <p:nvPr/>
        </p:nvSpPr>
        <p:spPr>
          <a:xfrm>
            <a:off x="6512325" y="5824991"/>
            <a:ext cx="42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https://godbolt.org/z/qrPMdxc1f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801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D1C4-258C-38FF-CA1B-7C7EBA79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3D58-EE8B-B2FF-DFEE-232CFA29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</a:t>
            </a:r>
            <a:r>
              <a:rPr lang="en-US" dirty="0" err="1"/>
              <a:t>rvalue</a:t>
            </a:r>
            <a:r>
              <a:rPr lang="en-US" dirty="0"/>
              <a:t> from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F757-7C6F-F93B-E76C-889E98C9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getA3() {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 a(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std::move(a);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getA4() {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 a(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428CC-0A4B-9963-AEB8-637A4A3E740A}"/>
              </a:ext>
            </a:extLst>
          </p:cNvPr>
          <p:cNvSpPr txBox="1"/>
          <p:nvPr/>
        </p:nvSpPr>
        <p:spPr>
          <a:xfrm>
            <a:off x="6512325" y="1421516"/>
            <a:ext cx="484147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A(A&amp;&amp; other);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E06E3-A2AE-EEBB-0CA0-15B4E15B0342}"/>
              </a:ext>
            </a:extLst>
          </p:cNvPr>
          <p:cNvSpPr txBox="1"/>
          <p:nvPr/>
        </p:nvSpPr>
        <p:spPr>
          <a:xfrm>
            <a:off x="6512325" y="5824991"/>
            <a:ext cx="42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https://godbolt.org/z/qrPMdxc1f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4210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2743E-AA44-0D69-3EF1-4608A8A7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1985-7E2B-0545-7CE9-7E98183A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</a:t>
            </a:r>
            <a:r>
              <a:rPr lang="en-US" dirty="0" err="1"/>
              <a:t>rvalue</a:t>
            </a:r>
            <a:r>
              <a:rPr lang="en-US" dirty="0"/>
              <a:t> from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FCF9-4BEF-B754-D627-5C5A7506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getA3() {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 a(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std::move(a);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getA4() {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 a(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a3(getA3());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at least 1 move constructor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a4(getA4());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no move with optimization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10B15-92FC-3616-B511-DED462F73083}"/>
              </a:ext>
            </a:extLst>
          </p:cNvPr>
          <p:cNvSpPr txBox="1"/>
          <p:nvPr/>
        </p:nvSpPr>
        <p:spPr>
          <a:xfrm>
            <a:off x="6512325" y="1421516"/>
            <a:ext cx="4841475" cy="248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A(A&amp;&amp; other);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m_value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C7D22-6CF4-3F2C-ACA2-9EEDBB557B09}"/>
              </a:ext>
            </a:extLst>
          </p:cNvPr>
          <p:cNvSpPr txBox="1"/>
          <p:nvPr/>
        </p:nvSpPr>
        <p:spPr>
          <a:xfrm>
            <a:off x="6512325" y="5824991"/>
            <a:ext cx="424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https://godbolt.org/z/qrPMdxc1f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8969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D198-97D4-784D-61D4-22E200691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FDE9-0C3B-3718-F571-14CA8341F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implementation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1EBB3-C282-C2DD-0D6A-6E78118A5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55C6F-28B9-11E8-1260-BA8D85E492DC}"/>
              </a:ext>
            </a:extLst>
          </p:cNvPr>
          <p:cNvSpPr txBox="1"/>
          <p:nvPr/>
        </p:nvSpPr>
        <p:spPr>
          <a:xfrm>
            <a:off x="381000" y="5824991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https://godbolt.org/z/bvaqq1qEE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B4A77-E74C-2B39-66F9-ED30DA79CCAA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4"/>
              </a:rPr>
              <a:t>https://godbolt.org/z/cnqn6bT78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045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70E4-739E-B117-72C5-4165327B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A3204-2EDF-3BF1-84DF-09D760818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implementation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FD124-4313-0FDB-988F-A1D090C71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move semantics is not declared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F7A05-00CD-4301-9C17-EFA3D77FB699}"/>
              </a:ext>
            </a:extLst>
          </p:cNvPr>
          <p:cNvSpPr txBox="1"/>
          <p:nvPr/>
        </p:nvSpPr>
        <p:spPr>
          <a:xfrm>
            <a:off x="381000" y="5824991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https://godbolt.org/z/bvaqq1qEE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C5F24-7D9F-29B2-A267-599B62081A02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4"/>
              </a:rPr>
              <a:t>https://godbolt.org/z/cnqn6bT78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599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0F3C-CA78-0FA7-9E0D-488EB3BD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4232-BCEB-2814-9970-F30A3DEE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implementation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248E2-3E09-3802-D530-0457E4018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 // move semantics is not declared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CCCE08-9DC1-85D1-EEEA-721263D600ED}"/>
              </a:ext>
            </a:extLst>
          </p:cNvPr>
          <p:cNvSpPr txBox="1"/>
          <p:nvPr/>
        </p:nvSpPr>
        <p:spPr>
          <a:xfrm>
            <a:off x="6096001" y="1421516"/>
            <a:ext cx="5257800" cy="2655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A(A&amp;&amp;); 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=(A&amp;&amp;);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46408-C356-FB65-D5C3-295022D4C274}"/>
              </a:ext>
            </a:extLst>
          </p:cNvPr>
          <p:cNvSpPr txBox="1"/>
          <p:nvPr/>
        </p:nvSpPr>
        <p:spPr>
          <a:xfrm>
            <a:off x="381000" y="5824991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https://godbolt.org/z/bvaqq1qEE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4A87F-81E4-7392-E835-474585A72D55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4"/>
              </a:rPr>
              <a:t>https://godbolt.org/z/cnqn6bT78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1216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B4673-A6C1-E778-A907-B58DF3F5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4557-B00D-C7FA-F131-9CF53F52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implementation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C39D0-851A-6A54-D905-7B9D6C9CE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move semantics is not declared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E1029-A3FD-9DE8-8375-ED973E3E149E}"/>
              </a:ext>
            </a:extLst>
          </p:cNvPr>
          <p:cNvSpPr txBox="1"/>
          <p:nvPr/>
        </p:nvSpPr>
        <p:spPr>
          <a:xfrm>
            <a:off x="6096001" y="1421516"/>
            <a:ext cx="5257800" cy="310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A(A&amp;&amp;); 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=(A&amp;&amp;);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copy semantics is deleted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B7D40-3B9B-EF11-7DEB-34CBBB06648E}"/>
              </a:ext>
            </a:extLst>
          </p:cNvPr>
          <p:cNvSpPr txBox="1"/>
          <p:nvPr/>
        </p:nvSpPr>
        <p:spPr>
          <a:xfrm>
            <a:off x="381000" y="5824991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https://godbolt.org/z/bvaqq1qEE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2AC3F-4D9D-AE21-A29E-F330FB48B5F6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4"/>
              </a:rPr>
              <a:t>https://godbolt.org/z/cnqn6bT78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142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22E7-568A-D6F8-874F-E14EC260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DFA3-5720-36AD-1195-3FC2AFAFD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implementation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DC16-43ED-BF7C-202F-A2756619F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move semantics is not declared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a;</a:t>
            </a:r>
          </a:p>
          <a:p>
            <a:pPr marL="0" indent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a1(std::move(a));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works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82C34-A7FB-F5D9-279E-D454DCFA0C8F}"/>
              </a:ext>
            </a:extLst>
          </p:cNvPr>
          <p:cNvSpPr txBox="1"/>
          <p:nvPr/>
        </p:nvSpPr>
        <p:spPr>
          <a:xfrm>
            <a:off x="6096001" y="1421516"/>
            <a:ext cx="5257800" cy="3104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A(A&amp;&amp;); 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=(A&amp;&amp;);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copy semantics is deleted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98BAD-5A4F-EBE7-D78A-6C588F1622E8}"/>
              </a:ext>
            </a:extLst>
          </p:cNvPr>
          <p:cNvSpPr txBox="1"/>
          <p:nvPr/>
        </p:nvSpPr>
        <p:spPr>
          <a:xfrm>
            <a:off x="381000" y="5824991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https://godbolt.org/z/bvaqq1qEE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50591-D16C-5FA3-1632-ED2BFD3585B6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4"/>
              </a:rPr>
              <a:t>https://godbolt.org/z/cnqn6bT78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181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E429-B34C-C35C-1F77-86D1080A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6935-5ACD-C3FF-5B96-2537B308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implementation for copy and move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82908-EC5B-FA42-DB36-EF047E079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A&amp;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move semantics is not declared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a;</a:t>
            </a:r>
          </a:p>
          <a:p>
            <a:pPr marL="0" indent="0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a1(std::move(a));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works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B2DD9-A952-BA2C-2EEC-E0CF2A65D603}"/>
              </a:ext>
            </a:extLst>
          </p:cNvPr>
          <p:cNvSpPr txBox="1"/>
          <p:nvPr/>
        </p:nvSpPr>
        <p:spPr>
          <a:xfrm>
            <a:off x="6096001" y="1421516"/>
            <a:ext cx="5257800" cy="4002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A() =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A(A&amp;&amp;); 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A&amp;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=(A&amp;&amp;);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copy semantics is deleted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a;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a1(a);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compile-time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9649A-E2E9-98D4-56F5-D47E61CCB978}"/>
              </a:ext>
            </a:extLst>
          </p:cNvPr>
          <p:cNvSpPr txBox="1"/>
          <p:nvPr/>
        </p:nvSpPr>
        <p:spPr>
          <a:xfrm>
            <a:off x="381000" y="5824991"/>
            <a:ext cx="422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https://godbolt.org/z/bvaqq1qEE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1BD7B-D0AB-D713-FE93-37460589ED67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4"/>
              </a:rPr>
              <a:t>https://godbolt.org/z/cnqn6bT78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2090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2AD1-B8EA-0040-FE79-ACFEA7BC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3B83-9BD8-8751-5213-0B8B449A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semantics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3BF46-210F-2CF1-EB02-563F2B51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rmAutofit/>
          </a:bodyPr>
          <a:lstStyle/>
          <a:p>
            <a:r>
              <a:rPr lang="en-US" dirty="0"/>
              <a:t>Move semantics and </a:t>
            </a:r>
            <a:r>
              <a:rPr lang="en-US" dirty="0" err="1"/>
              <a:t>rvalue</a:t>
            </a:r>
            <a:r>
              <a:rPr lang="en-US" dirty="0"/>
              <a:t> reference was added to C++11</a:t>
            </a:r>
          </a:p>
          <a:p>
            <a:r>
              <a:rPr lang="en-US" dirty="0" err="1"/>
              <a:t>rvalue</a:t>
            </a:r>
            <a:r>
              <a:rPr lang="en-US" dirty="0"/>
              <a:t> reference can be bound to </a:t>
            </a:r>
            <a:r>
              <a:rPr lang="en-US" dirty="0" err="1"/>
              <a:t>rvalue</a:t>
            </a:r>
            <a:r>
              <a:rPr lang="en-US" dirty="0"/>
              <a:t> expression; overload resolution is built based on that fact</a:t>
            </a:r>
          </a:p>
          <a:p>
            <a:pPr lvl="1"/>
            <a:r>
              <a:rPr lang="en-US" dirty="0"/>
              <a:t>except expression category binding, </a:t>
            </a:r>
            <a:r>
              <a:rPr lang="en-US" dirty="0" err="1"/>
              <a:t>rvalue</a:t>
            </a:r>
            <a:r>
              <a:rPr lang="en-US" dirty="0"/>
              <a:t> reference has the same properties as an </a:t>
            </a:r>
            <a:r>
              <a:rPr lang="en-US" dirty="0" err="1"/>
              <a:t>lvalue</a:t>
            </a:r>
            <a:r>
              <a:rPr lang="en-US" dirty="0"/>
              <a:t> reference</a:t>
            </a:r>
          </a:p>
          <a:p>
            <a:r>
              <a:rPr lang="en-US" dirty="0"/>
              <a:t>Move semantics is called when your argument is an </a:t>
            </a:r>
            <a:r>
              <a:rPr lang="en-US" dirty="0" err="1"/>
              <a:t>rvalue</a:t>
            </a:r>
            <a:r>
              <a:rPr lang="en-US" dirty="0"/>
              <a:t> expression of the same type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std::move</a:t>
            </a:r>
            <a:r>
              <a:rPr lang="en-US" dirty="0"/>
              <a:t> is unconditional cast to </a:t>
            </a:r>
            <a:r>
              <a:rPr lang="en-US" dirty="0" err="1"/>
              <a:t>rvalue</a:t>
            </a:r>
            <a:r>
              <a:rPr lang="en-US" dirty="0"/>
              <a:t> expression</a:t>
            </a:r>
          </a:p>
        </p:txBody>
      </p:sp>
    </p:spTree>
    <p:extLst>
      <p:ext uri="{BB962C8B-B14F-4D97-AF65-F5344CB8AC3E}">
        <p14:creationId xmlns:p14="http://schemas.microsoft.com/office/powerpoint/2010/main" val="28095954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08AA-A588-4680-15E9-4479DDCF0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80CA-0112-D57C-7CE9-61C73D84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forwarding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516D-99E5-369D-0B91-42C676C2AB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506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2A12-AEE0-1EEA-C9CB-88D95D88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99DD-6FC2-53AD-244B-F7605414F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problem with modifying object (C++98)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105E4-2CA2-4DAD-1543-3EE4924A2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(T&amp; callable) {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callable();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indent="0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(Callable());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compile-time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2C650-5277-6260-0E95-8F67119606D0}"/>
              </a:ext>
            </a:extLst>
          </p:cNvPr>
          <p:cNvSpPr txBox="1"/>
          <p:nvPr/>
        </p:nvSpPr>
        <p:spPr>
          <a:xfrm>
            <a:off x="6096001" y="1421516"/>
            <a:ext cx="5257800" cy="179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108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3E37-0BDB-500F-AB2C-85ABAAC4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F6A9-2318-08C0-3712-2AF5C1B3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problem with modifying object (C++98)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2BFE-34C8-24C2-D56C-7EBC857F5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8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T&amp; callable) {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callable();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compile-time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indent="0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(Callable());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E82BB-8A1A-16F8-8B25-952DCD73B2B1}"/>
              </a:ext>
            </a:extLst>
          </p:cNvPr>
          <p:cNvSpPr txBox="1"/>
          <p:nvPr/>
        </p:nvSpPr>
        <p:spPr>
          <a:xfrm>
            <a:off x="6096001" y="1421516"/>
            <a:ext cx="5257800" cy="179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indent="0" algn="l">
              <a:lnSpc>
                <a:spcPct val="125000"/>
              </a:lnSpc>
              <a:buNone/>
            </a:pPr>
            <a:b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DD217-545A-7E5A-3600-C64FAA1C1452}"/>
              </a:ext>
            </a:extLst>
          </p:cNvPr>
          <p:cNvSpPr txBox="1"/>
          <p:nvPr/>
        </p:nvSpPr>
        <p:spPr>
          <a:xfrm>
            <a:off x="6096000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https://godbolt.org/z/zEYeMsc7r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008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5BFAF-7908-C553-508E-90CEFC94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C3D6-EF8A-04A4-1C48-D069D6B7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combinatorial explosion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B73D-C8BC-81B1-4166-C0514D6A0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(Callable());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1A775-FEA0-B3D1-13B5-7FAD0E39D1B2}"/>
              </a:ext>
            </a:extLst>
          </p:cNvPr>
          <p:cNvSpPr txBox="1"/>
          <p:nvPr/>
        </p:nvSpPr>
        <p:spPr>
          <a:xfrm>
            <a:off x="6096001" y="1421516"/>
            <a:ext cx="5257800" cy="283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(Callable&amp;&amp; callable)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AA28B-5F35-CEDA-8914-E13CD76F796F}"/>
              </a:ext>
            </a:extLst>
          </p:cNvPr>
          <p:cNvSpPr txBox="1"/>
          <p:nvPr/>
        </p:nvSpPr>
        <p:spPr>
          <a:xfrm>
            <a:off x="676212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https://godbolt.org/z/PxKKPr1cY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714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8D0F3-A794-5446-9F6E-AC1912EC3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8D5E-BDC8-03B0-92F0-0A022092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combinatorial explosion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DAC38-6F00-8E80-FA32-809C1780D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(Callable());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Callable c;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F6947-441F-4198-154B-E1E85CF669B3}"/>
              </a:ext>
            </a:extLst>
          </p:cNvPr>
          <p:cNvSpPr txBox="1"/>
          <p:nvPr/>
        </p:nvSpPr>
        <p:spPr>
          <a:xfrm>
            <a:off x="6096001" y="1421516"/>
            <a:ext cx="5257800" cy="387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(Callable&amp;&amp; callable)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(Callable&amp; callable)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D6628-6E0B-EC27-E2A0-AC43AA3A91FE}"/>
              </a:ext>
            </a:extLst>
          </p:cNvPr>
          <p:cNvSpPr txBox="1"/>
          <p:nvPr/>
        </p:nvSpPr>
        <p:spPr>
          <a:xfrm>
            <a:off x="676212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https://godbolt.org/z/PxKKPr1cY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3500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1F413-8EF5-875D-45F7-E7F9AF5C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B3E8-0F91-2483-82B3-E497B280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combinatorial explosion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85C0-93F2-DB16-097B-267A17AF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(Callable());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Callable c;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Callable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spcBef>
                <a:spcPts val="0"/>
              </a:spcBef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const_c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364EF-85F0-8E94-0E4F-1568F87B1F44}"/>
              </a:ext>
            </a:extLst>
          </p:cNvPr>
          <p:cNvSpPr txBox="1"/>
          <p:nvPr/>
        </p:nvSpPr>
        <p:spPr>
          <a:xfrm>
            <a:off x="6096001" y="1421516"/>
            <a:ext cx="5257800" cy="491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(Callable&amp;&amp; callable)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(Callable&amp; callable)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Callable&amp; callable)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callable();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19AF1A-1861-EAD9-E3C6-68D5DFF67398}"/>
              </a:ext>
            </a:extLst>
          </p:cNvPr>
          <p:cNvSpPr txBox="1"/>
          <p:nvPr/>
        </p:nvSpPr>
        <p:spPr>
          <a:xfrm>
            <a:off x="676212" y="5824991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https://godbolt.org/z/PxKKPr1cY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6021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C69F-0600-F10A-2EDB-BE51FBF6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4B83-BB52-854F-DB51-00C7E0F92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rvalue</a:t>
            </a:r>
            <a:r>
              <a:rPr lang="en-US" dirty="0"/>
              <a:t> reference (duck)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BFBA0-8C49-E997-3492-84A95FA47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something:</a:t>
            </a:r>
          </a:p>
          <a:p>
            <a:r>
              <a:rPr lang="en-US" dirty="0"/>
              <a:t>looks like an </a:t>
            </a:r>
            <a:r>
              <a:rPr lang="en-US" dirty="0" err="1"/>
              <a:t>rvalue</a:t>
            </a:r>
            <a:r>
              <a:rPr lang="en-US" dirty="0"/>
              <a:t> reference,</a:t>
            </a:r>
          </a:p>
          <a:p>
            <a:r>
              <a:rPr lang="en-US" dirty="0"/>
              <a:t>spells like an </a:t>
            </a:r>
            <a:r>
              <a:rPr lang="en-US" dirty="0" err="1"/>
              <a:t>rvalue</a:t>
            </a:r>
            <a:r>
              <a:rPr lang="en-US" dirty="0"/>
              <a:t> reference, and</a:t>
            </a:r>
          </a:p>
          <a:p>
            <a:r>
              <a:rPr lang="en-US" dirty="0"/>
              <a:t>can bind </a:t>
            </a:r>
            <a:r>
              <a:rPr lang="en-US" dirty="0" err="1"/>
              <a:t>rvalue</a:t>
            </a:r>
            <a:r>
              <a:rPr lang="en-US" dirty="0"/>
              <a:t> expression like an </a:t>
            </a:r>
            <a:r>
              <a:rPr lang="en-US" dirty="0" err="1"/>
              <a:t>rvalue</a:t>
            </a:r>
            <a:r>
              <a:rPr lang="en-US" dirty="0"/>
              <a:t> reference</a:t>
            </a:r>
          </a:p>
        </p:txBody>
      </p:sp>
    </p:spTree>
    <p:extLst>
      <p:ext uri="{BB962C8B-B14F-4D97-AF65-F5344CB8AC3E}">
        <p14:creationId xmlns:p14="http://schemas.microsoft.com/office/powerpoint/2010/main" val="19847741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179B-7144-1087-7F27-99E565F3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C23F-251D-A952-6FB2-4C1E770B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rvalue</a:t>
            </a:r>
            <a:r>
              <a:rPr lang="en-US" dirty="0"/>
              <a:t> reference (duck)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3AFE7-4D88-538E-CCC6-4DDAA65C3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something:</a:t>
            </a:r>
          </a:p>
          <a:p>
            <a:r>
              <a:rPr lang="en-US" dirty="0"/>
              <a:t>looks like an </a:t>
            </a:r>
            <a:r>
              <a:rPr lang="en-US" dirty="0" err="1"/>
              <a:t>rvalue</a:t>
            </a:r>
            <a:r>
              <a:rPr lang="en-US" dirty="0"/>
              <a:t> reference,</a:t>
            </a:r>
          </a:p>
          <a:p>
            <a:r>
              <a:rPr lang="en-US" dirty="0"/>
              <a:t>spells like an </a:t>
            </a:r>
            <a:r>
              <a:rPr lang="en-US" dirty="0" err="1"/>
              <a:t>rvalue</a:t>
            </a:r>
            <a:r>
              <a:rPr lang="en-US" dirty="0"/>
              <a:t> reference, and</a:t>
            </a:r>
          </a:p>
          <a:p>
            <a:r>
              <a:rPr lang="en-US" dirty="0"/>
              <a:t>can bind </a:t>
            </a:r>
            <a:r>
              <a:rPr lang="en-US" dirty="0" err="1"/>
              <a:t>rvalue</a:t>
            </a:r>
            <a:r>
              <a:rPr lang="en-US" dirty="0"/>
              <a:t> expression like an </a:t>
            </a:r>
            <a:r>
              <a:rPr lang="en-US" dirty="0" err="1"/>
              <a:t>rvalue</a:t>
            </a:r>
            <a:r>
              <a:rPr lang="en-US" dirty="0"/>
              <a:t> reference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It is not necessarily an </a:t>
            </a:r>
            <a:r>
              <a:rPr lang="en-US" dirty="0" err="1">
                <a:solidFill>
                  <a:srgbClr val="FF0000"/>
                </a:solidFill>
              </a:rPr>
              <a:t>rvalue</a:t>
            </a:r>
            <a:r>
              <a:rPr lang="en-US" dirty="0">
                <a:solidFill>
                  <a:srgbClr val="FF0000"/>
                </a:solidFill>
              </a:rPr>
              <a:t> reference</a:t>
            </a:r>
          </a:p>
        </p:txBody>
      </p:sp>
    </p:spTree>
    <p:extLst>
      <p:ext uri="{BB962C8B-B14F-4D97-AF65-F5344CB8AC3E}">
        <p14:creationId xmlns:p14="http://schemas.microsoft.com/office/powerpoint/2010/main" val="42332220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1F20-39CA-56AF-07D8-3C160F37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F859-BABF-89C9-7AF6-7EF10A02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25555-B8C3-D3E5-3548-98E360960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3F1F7-F951-AFC2-E999-7D39F9646C6B}"/>
              </a:ext>
            </a:extLst>
          </p:cNvPr>
          <p:cNvSpPr txBox="1"/>
          <p:nvPr/>
        </p:nvSpPr>
        <p:spPr>
          <a:xfrm>
            <a:off x="6096001" y="1421516"/>
            <a:ext cx="5257800" cy="145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f(T&amp;&amp; t)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3893C-7926-38C4-725D-975CE6FA05B9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https://godbolt.org/z/dPW6ev75E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4055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01B2-6DE5-A8CE-3771-B0851DC1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6B16-E6CF-89EE-A477-791DEC77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C424-5941-C2F2-AD3A-656AACEC2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a;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f(a);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f(b);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f(std::move(a)); 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forwarding_ref1 = b;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6C4C1E-02BF-2821-E97C-85DAB9FCFA8F}"/>
              </a:ext>
            </a:extLst>
          </p:cNvPr>
          <p:cNvSpPr txBox="1"/>
          <p:nvPr/>
        </p:nvSpPr>
        <p:spPr>
          <a:xfrm>
            <a:off x="6096001" y="1421516"/>
            <a:ext cx="5257800" cy="145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f(T&amp;&amp; t)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236F3-8785-DBDF-DF7E-C8B56A59456E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https://godbolt.org/z/dPW6ev75E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3233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C2B2-90B2-DED7-5507-03AF86F3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C75D-EC78-B199-383F-8B523C4C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DBA5-06A1-818B-BADA-904CB063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a;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f(a);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t -&gt; const int&amp;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f(b);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t -&gt; int&amp;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t -&gt; int&amp;&amp;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f(std::move(a));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t -&gt; const int&amp;&amp;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forwarding_ref1 = b;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C5B69-6451-82B4-D037-96C68EE47937}"/>
              </a:ext>
            </a:extLst>
          </p:cNvPr>
          <p:cNvSpPr txBox="1"/>
          <p:nvPr/>
        </p:nvSpPr>
        <p:spPr>
          <a:xfrm>
            <a:off x="6096001" y="1421516"/>
            <a:ext cx="5257800" cy="145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f(T&amp;&amp; t)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B1CB5-A843-E43D-AAD3-1939C2B528B1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https://godbolt.org/z/dPW6ev75E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4041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1297-4079-665B-97C3-86DB8A79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0DE5-6B3C-6310-71FF-10B79488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255DE-0AB1-187F-4DBA-F100B502F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a;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f(a);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causes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f(b);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f(std::move(a));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causes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forwarding_ref1 = b;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0E667-F9C5-4136-EB84-CA86B8563F48}"/>
              </a:ext>
            </a:extLst>
          </p:cNvPr>
          <p:cNvSpPr txBox="1"/>
          <p:nvPr/>
        </p:nvSpPr>
        <p:spPr>
          <a:xfrm>
            <a:off x="6096001" y="1421516"/>
            <a:ext cx="5257800" cy="1450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f(T&amp;&amp; t)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t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123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compile-time error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061EF-0E50-C698-8B88-49388E434B70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https://godbolt.org/z/dPW6ev75E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400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88B7-B029-9F38-8303-5A647153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A2D2-C042-79E4-7C45-88A781E6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combinatorial explosion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BAE34-D018-1EC0-C4E0-161C38606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5DDA8-436D-1A3B-F60F-B0D2AB8C2C39}"/>
              </a:ext>
            </a:extLst>
          </p:cNvPr>
          <p:cNvSpPr txBox="1"/>
          <p:nvPr/>
        </p:nvSpPr>
        <p:spPr>
          <a:xfrm>
            <a:off x="6096001" y="1421516"/>
            <a:ext cx="5257800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 callable)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7A40A-2652-9F32-1E7C-D460D750BE82}"/>
              </a:ext>
            </a:extLst>
          </p:cNvPr>
          <p:cNvSpPr txBox="1"/>
          <p:nvPr/>
        </p:nvSpPr>
        <p:spPr>
          <a:xfrm>
            <a:off x="6096000" y="5802722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https://godbolt.org/z/j5hdEqocz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437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92CE6-3BF2-B17D-39B6-A36102F8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696A-7590-B763-2D4F-396E2F3EF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combinatorial explosion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4F90-7ACA-BCC2-3F12-D752B3965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Callable c;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Callable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(Callable());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4FBFC-1F45-74B4-D99B-BA01D3DC8643}"/>
              </a:ext>
            </a:extLst>
          </p:cNvPr>
          <p:cNvSpPr txBox="1"/>
          <p:nvPr/>
        </p:nvSpPr>
        <p:spPr>
          <a:xfrm>
            <a:off x="6096001" y="1421516"/>
            <a:ext cx="5257800" cy="3181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Callable {</a:t>
            </a: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ru-RU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 callable)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callable();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28EF2-6A78-3E00-0CB2-39C27995AE53}"/>
              </a:ext>
            </a:extLst>
          </p:cNvPr>
          <p:cNvSpPr txBox="1"/>
          <p:nvPr/>
        </p:nvSpPr>
        <p:spPr>
          <a:xfrm>
            <a:off x="6096000" y="5802722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https://godbolt.org/z/j5hdEqocz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965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2EC6-7A22-BB3E-A54B-26FDA9DF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3B9F-EACE-A93C-BD0E-8CD6A9A2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62BB4-19D6-D959-2A3D-F01F4274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ref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E43DF-C7D1-A729-3B09-A63135E50EDE}"/>
              </a:ext>
            </a:extLst>
          </p:cNvPr>
          <p:cNvSpPr txBox="1"/>
          <p:nvPr/>
        </p:nvSpPr>
        <p:spPr>
          <a:xfrm>
            <a:off x="6257988" y="1426015"/>
            <a:ext cx="5257800" cy="75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D89D4-7314-32BF-6036-C95EA34C3290}"/>
              </a:ext>
            </a:extLst>
          </p:cNvPr>
          <p:cNvSpPr txBox="1"/>
          <p:nvPr/>
        </p:nvSpPr>
        <p:spPr>
          <a:xfrm>
            <a:off x="536932" y="5824991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https://godbolt.org/z/hrncTv416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043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0636F-53DA-E7E4-5254-FFE48D0D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9DB2-A0F7-77B0-829B-981BED44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10F6-C301-6F21-AC23-215ED8E4D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ref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7DAA1-E155-8995-232D-D28F62565AC9}"/>
              </a:ext>
            </a:extLst>
          </p:cNvPr>
          <p:cNvSpPr txBox="1"/>
          <p:nvPr/>
        </p:nvSpPr>
        <p:spPr>
          <a:xfrm>
            <a:off x="6257988" y="1426015"/>
            <a:ext cx="5257800" cy="1796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f2(std::vector&lt;T&gt;&amp;&amp;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vecRef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B777C-95EC-E087-B12D-9854E3888ECF}"/>
              </a:ext>
            </a:extLst>
          </p:cNvPr>
          <p:cNvSpPr txBox="1"/>
          <p:nvPr/>
        </p:nvSpPr>
        <p:spPr>
          <a:xfrm>
            <a:off x="536932" y="5824991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https://godbolt.org/z/hrncTv416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14863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57A39-9278-8421-45A4-3F1A95E5F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6ADDE-21F6-66FD-4F24-CF3622BF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EB11F-F782-0CAF-7F2B-3AD7B616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ref =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xz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&gt;{}.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error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&gt;{}.f(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works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6CDA3-70B3-332C-161F-6F4037B35F11}"/>
              </a:ext>
            </a:extLst>
          </p:cNvPr>
          <p:cNvSpPr txBox="1"/>
          <p:nvPr/>
        </p:nvSpPr>
        <p:spPr>
          <a:xfrm>
            <a:off x="6257988" y="1426015"/>
            <a:ext cx="5257800" cy="491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f2(std::vector&lt;T&gt;&amp;&amp;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vecRef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Vector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rRef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// method with independent template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U&gt;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f(U&amp;&amp; u) {}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D801A-161C-6EC5-3CEB-8F1B89DB893E}"/>
              </a:ext>
            </a:extLst>
          </p:cNvPr>
          <p:cNvSpPr txBox="1"/>
          <p:nvPr/>
        </p:nvSpPr>
        <p:spPr>
          <a:xfrm>
            <a:off x="536932" y="5824991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https://godbolt.org/z/hrncTv416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656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34B69-B5DB-888E-563E-2BABE352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65E4-A028-4403-6CCF-56CF9643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4DDB-F415-7276-D1A6-56285E93D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r>
              <a:rPr lang="en-US" dirty="0"/>
              <a:t>Appears in generic code</a:t>
            </a:r>
          </a:p>
          <a:p>
            <a:r>
              <a:rPr lang="en-US" dirty="0"/>
              <a:t>Works when there is a deduction</a:t>
            </a:r>
          </a:p>
          <a:p>
            <a:r>
              <a:rPr lang="en-US" dirty="0"/>
              <a:t>Has the rest of reference properties</a:t>
            </a:r>
          </a:p>
        </p:txBody>
      </p:sp>
    </p:spTree>
    <p:extLst>
      <p:ext uri="{BB962C8B-B14F-4D97-AF65-F5344CB8AC3E}">
        <p14:creationId xmlns:p14="http://schemas.microsoft.com/office/powerpoint/2010/main" val="35897502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9E6D-8AF1-70D5-EC1B-6AD752C7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8859-F1A0-04FD-3DCD-654C9EFA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28CA7-F0AA-5057-AEEA-7365814C9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9B885-CA36-7A06-BA2C-DCFCB0F68E62}"/>
              </a:ext>
            </a:extLst>
          </p:cNvPr>
          <p:cNvSpPr txBox="1"/>
          <p:nvPr/>
        </p:nvSpPr>
        <p:spPr>
          <a:xfrm>
            <a:off x="6096001" y="1421516"/>
            <a:ext cx="5257800" cy="387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Vector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(C&amp; c, T&amp;&amp; value)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c.push_back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1EEA8-D216-3168-872E-21FA54BA6D66}"/>
              </a:ext>
            </a:extLst>
          </p:cNvPr>
          <p:cNvSpPr txBox="1"/>
          <p:nvPr/>
        </p:nvSpPr>
        <p:spPr>
          <a:xfrm>
            <a:off x="6096000" y="5824991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https://godbolt.org/z/1znfanfxK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00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5E89-0D56-4437-1F64-60DD2418E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4ED1-CDD0-82CB-DFC6-D4AF0F40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066C3-5124-5A9C-0AF1-E0EAD7F6F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a);</a:t>
            </a: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A59EB-BC5C-2ADA-CD8D-437F44E47960}"/>
              </a:ext>
            </a:extLst>
          </p:cNvPr>
          <p:cNvSpPr txBox="1"/>
          <p:nvPr/>
        </p:nvSpPr>
        <p:spPr>
          <a:xfrm>
            <a:off x="6096001" y="1421516"/>
            <a:ext cx="5257800" cy="387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Vector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(C&amp; c, T&amp;&amp; value)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c.push_back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D0424-BB7E-A051-B730-C2C8289222A6}"/>
              </a:ext>
            </a:extLst>
          </p:cNvPr>
          <p:cNvSpPr txBox="1"/>
          <p:nvPr/>
        </p:nvSpPr>
        <p:spPr>
          <a:xfrm>
            <a:off x="6096000" y="5824991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https://godbolt.org/z/1znfanfxK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21091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5B2F5-F75F-D86B-425D-051D68EF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D2D24-5945-B37C-2694-0BC12F47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969A-317D-0472-5117-0C055187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02173-6E3F-AE57-909B-95F45FEB17D3}"/>
              </a:ext>
            </a:extLst>
          </p:cNvPr>
          <p:cNvSpPr txBox="1"/>
          <p:nvPr/>
        </p:nvSpPr>
        <p:spPr>
          <a:xfrm>
            <a:off x="6096001" y="1421516"/>
            <a:ext cx="5257800" cy="387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Vector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(C&amp; c, T&amp;&amp; value)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c.push_back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(value);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3BB0A-C9A6-9F16-B85F-B02139B4D3E0}"/>
              </a:ext>
            </a:extLst>
          </p:cNvPr>
          <p:cNvSpPr txBox="1"/>
          <p:nvPr/>
        </p:nvSpPr>
        <p:spPr>
          <a:xfrm>
            <a:off x="6096000" y="5824991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https://godbolt.org/z/1znfanfxK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55605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18A9-7ADB-C3E3-14D9-93F150CF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4787-D25D-AFB7-1C09-A0CE27AB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625B-E646-469E-8869-1E3EF959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>
              <a:lnSpc>
                <a:spcPct val="125000"/>
              </a:lnSpc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C9E5B-4307-F243-7F9E-E2B29265A3D2}"/>
              </a:ext>
            </a:extLst>
          </p:cNvPr>
          <p:cNvSpPr txBox="1"/>
          <p:nvPr/>
        </p:nvSpPr>
        <p:spPr>
          <a:xfrm>
            <a:off x="6096001" y="1421516"/>
            <a:ext cx="5257800" cy="3873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Vector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1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(T&amp;&amp;);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2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C,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(C&amp; c, T&amp;&amp; value) {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c.push_back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std::forward&lt;T&gt;(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value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34FDC-FD63-F31F-46E3-4999CCD82AD7}"/>
              </a:ext>
            </a:extLst>
          </p:cNvPr>
          <p:cNvSpPr txBox="1"/>
          <p:nvPr/>
        </p:nvSpPr>
        <p:spPr>
          <a:xfrm>
            <a:off x="6096000" y="5824991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https://godbolt.org/z/1znfanfxK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0268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9761-3FF0-F725-2B49-7D65C2F9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C75F-58D6-E6AD-3095-E641640E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collapsing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D9738-BFC9-C877-663E-C5F29A76E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2BA94-4951-5908-DD6B-55D39ACA0122}"/>
              </a:ext>
            </a:extLst>
          </p:cNvPr>
          <p:cNvSpPr txBox="1"/>
          <p:nvPr/>
        </p:nvSpPr>
        <p:spPr>
          <a:xfrm>
            <a:off x="6096001" y="1421516"/>
            <a:ext cx="5257800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 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&amp;&amp; -&gt; T&amp;&amp;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f1(T&amp; t);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f2(T&amp;&amp; 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518ED-26EF-D611-CA6B-ADC674CEEA49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https://godbolt.org/z/d75hP9dPz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403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52A9-9FA0-E192-13FF-B924C78F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85FB-5AF2-DC30-87FF-2F012F95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collapsing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5FDF1-88C2-0D74-3514-3A4FB7237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&amp;&amp;&gt;(a);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</a:t>
            </a: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060E1-0D16-AD55-618C-937FE61A58A1}"/>
              </a:ext>
            </a:extLst>
          </p:cNvPr>
          <p:cNvSpPr txBox="1"/>
          <p:nvPr/>
        </p:nvSpPr>
        <p:spPr>
          <a:xfrm>
            <a:off x="6096001" y="1421516"/>
            <a:ext cx="5257800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 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&amp;&amp; -&gt; T&amp;&amp;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f1(T&amp; t);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f2(T&amp;&amp; 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F1878-3FE0-8E80-012B-A42E93096C38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https://godbolt.org/z/d75hP9dPz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611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A5E7-4102-605C-4A7A-81609AC2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E8B0-A118-0C97-0E53-A22A4471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collapsing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D3DF8-9448-B117-4C51-59422AAD9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 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int&amp;&amp; 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F8911-87C1-6A8F-8B95-03876DD2B392}"/>
              </a:ext>
            </a:extLst>
          </p:cNvPr>
          <p:cNvSpPr txBox="1"/>
          <p:nvPr/>
        </p:nvSpPr>
        <p:spPr>
          <a:xfrm>
            <a:off x="6096001" y="1421516"/>
            <a:ext cx="5257800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 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&amp;&amp; -&gt; T&amp;&amp;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f1(T&amp; t);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f2(T&amp;&amp; 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6574A-730E-4084-57BE-74E14D6A9882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https://godbolt.org/z/d75hP9dPz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4570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D95BF-036C-07A7-D175-49E0BEB9D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85E1-2A11-E329-6F75-E75C2325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collapsing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F69AB-DF0D-3A13-D16D-BF12CF0F1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 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int&amp;&amp; 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int&amp;; t -&gt; int&amp;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BE66A4-F70E-801D-8F6E-00E5CCB5F059}"/>
              </a:ext>
            </a:extLst>
          </p:cNvPr>
          <p:cNvSpPr txBox="1"/>
          <p:nvPr/>
        </p:nvSpPr>
        <p:spPr>
          <a:xfrm>
            <a:off x="6096001" y="1421516"/>
            <a:ext cx="5257800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 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&amp;&amp; -&gt; T&amp;&amp;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f1(T&amp; t);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f2(T&amp;&amp; 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EB9CA-F31B-DCF3-DB51-40C5077B262D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https://godbolt.org/z/d75hP9dPz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2505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79D5-1677-199D-9370-993E9E93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3DA7-031C-4B2B-D1E8-436B66FB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collapsing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C43B-B2C9-44B8-1960-C56C2747B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>
            <a:noAutofit/>
          </a:bodyPr>
          <a:lstStyle/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indent="0" algn="l">
              <a:lnSpc>
                <a:spcPct val="125000"/>
              </a:lnSpc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 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f1&lt;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int&amp;&amp; 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f2&lt;</a:t>
            </a:r>
            <a:r>
              <a:rPr lang="en-US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f2(a);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int&amp;; t -&gt; int&amp;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indent="0" algn="l">
              <a:lnSpc>
                <a:spcPct val="125000"/>
              </a:lnSpc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f2(</a:t>
            </a:r>
            <a:r>
              <a:rPr lang="en-US" sz="1800" b="0" i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8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 -&gt; int; t -&gt; int &amp;&amp;</a:t>
            </a:r>
            <a:endParaRPr lang="en-US" sz="18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BE9B7-48FC-3215-43D0-37368F947CE2}"/>
              </a:ext>
            </a:extLst>
          </p:cNvPr>
          <p:cNvSpPr txBox="1"/>
          <p:nvPr/>
        </p:nvSpPr>
        <p:spPr>
          <a:xfrm>
            <a:off x="6096001" y="1421516"/>
            <a:ext cx="5257800" cy="3527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 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 &amp;&amp;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  -&gt; T&amp;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T&amp;&amp; &amp;&amp; -&gt; T&amp;&amp;</a:t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f1(T&amp; t);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T&gt;</a:t>
            </a:r>
          </a:p>
          <a:p>
            <a:pPr>
              <a:lnSpc>
                <a:spcPct val="125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f2(T&amp;&amp; t);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78261-538C-71D7-7FAD-00EE024C48E0}"/>
              </a:ext>
            </a:extLst>
          </p:cNvPr>
          <p:cNvSpPr txBox="1"/>
          <p:nvPr/>
        </p:nvSpPr>
        <p:spPr>
          <a:xfrm>
            <a:off x="6096000" y="5824991"/>
            <a:ext cx="4376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</a:t>
            </a:r>
            <a:r>
              <a:rPr lang="en-US" dirty="0">
                <a:hlinkClick r:id="rId3"/>
              </a:rPr>
              <a:t>https://godbolt.org/z/d75hP9dPz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0654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2077F-156F-BDEB-26BF-E991DA44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1267-CC46-8D8B-CEAC-EEEBDF44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forwarding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D111F-CA40-05C2-C9F5-B23B676B8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21516"/>
            <a:ext cx="10972800" cy="4772807"/>
          </a:xfrm>
        </p:spPr>
        <p:txBody>
          <a:bodyPr/>
          <a:lstStyle/>
          <a:p>
            <a:r>
              <a:rPr lang="en-US" dirty="0"/>
              <a:t>Forwarding reference appears in generic code with a type deduction</a:t>
            </a:r>
          </a:p>
          <a:p>
            <a:r>
              <a:rPr lang="en-US" dirty="0"/>
              <a:t>Forwarding reference enables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std::forward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std::forward</a:t>
            </a:r>
            <a:r>
              <a:rPr lang="en-US" dirty="0"/>
              <a:t> is a conditional cast</a:t>
            </a:r>
          </a:p>
        </p:txBody>
      </p:sp>
    </p:spTree>
    <p:extLst>
      <p:ext uri="{BB962C8B-B14F-4D97-AF65-F5344CB8AC3E}">
        <p14:creationId xmlns:p14="http://schemas.microsoft.com/office/powerpoint/2010/main" val="26865250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EDB29-9005-BD99-A161-38708A6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554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IntelOne">
      <a:majorFont>
        <a:latin typeface="IntelOne Display Light"/>
        <a:ea typeface="Helvetica Neue"/>
        <a:cs typeface="Helvetica Neue"/>
      </a:majorFont>
      <a:minorFont>
        <a:latin typeface="IntelOne Display Regular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9C8FD6217CE478A85F4C71081CEDD" ma:contentTypeVersion="5" ma:contentTypeDescription="Create a new document." ma:contentTypeScope="" ma:versionID="c479757be44e430bd3dd50739e44be14">
  <xsd:schema xmlns:xsd="http://www.w3.org/2001/XMLSchema" xmlns:xs="http://www.w3.org/2001/XMLSchema" xmlns:p="http://schemas.microsoft.com/office/2006/metadata/properties" xmlns:ns2="73f2516b-97d8-4258-bee1-a9bd9be64ca0" xmlns:ns3="ca623191-729b-438b-b29b-0cf020fc3ec8" targetNamespace="http://schemas.microsoft.com/office/2006/metadata/properties" ma:root="true" ma:fieldsID="e4a0ceeceefb5071fb3961706e31a264" ns2:_="" ns3:_="">
    <xsd:import namespace="73f2516b-97d8-4258-bee1-a9bd9be64ca0"/>
    <xsd:import namespace="ca623191-729b-438b-b29b-0cf020fc3e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2516b-97d8-4258-bee1-a9bd9be64c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23191-729b-438b-b29b-0cf020fc3ec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E0AF63-014C-4695-963D-DC63B5A4FF03}">
  <ds:schemaRefs>
    <ds:schemaRef ds:uri="73f2516b-97d8-4258-bee1-a9bd9be64ca0"/>
    <ds:schemaRef ds:uri="ca623191-729b-438b-b29b-0cf020fc3e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741679D-1875-4E3C-860D-749FC8681C0E}">
  <ds:schemaRefs>
    <ds:schemaRef ds:uri="http://schemas.microsoft.com/office/2006/metadata/properties"/>
    <ds:schemaRef ds:uri="73f2516b-97d8-4258-bee1-a9bd9be64ca0"/>
    <ds:schemaRef ds:uri="http://purl.org/dc/dcmitype/"/>
    <ds:schemaRef ds:uri="http://purl.org/dc/terms/"/>
    <ds:schemaRef ds:uri="ca623191-729b-438b-b29b-0cf020fc3ec8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6404E88-0607-4803-A3D4-01E225A0D8A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26562</TotalTime>
  <Words>9952</Words>
  <Application>Microsoft Macintosh PowerPoint</Application>
  <PresentationFormat>Widescreen</PresentationFormat>
  <Paragraphs>1831</Paragraphs>
  <Slides>112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0" baseType="lpstr">
      <vt:lpstr>IntelOne Display Regular</vt:lpstr>
      <vt:lpstr>IntelOne Display Light</vt:lpstr>
      <vt:lpstr>Arial</vt:lpstr>
      <vt:lpstr>Intel Clear Pro</vt:lpstr>
      <vt:lpstr>Helvetica Neue Medium</vt:lpstr>
      <vt:lpstr>Consolas</vt:lpstr>
      <vt:lpstr>Intel Clear</vt:lpstr>
      <vt:lpstr>Office Theme</vt:lpstr>
      <vt:lpstr>PowerPoint Presentation</vt:lpstr>
      <vt:lpstr>About myself</vt:lpstr>
      <vt:lpstr>Move semantics</vt:lpstr>
      <vt:lpstr>Demo</vt:lpstr>
      <vt:lpstr>C++11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expression categories</vt:lpstr>
      <vt:lpstr>lvalue vs rvalue reference</vt:lpstr>
      <vt:lpstr>lvalue vs rvalue reference examples</vt:lpstr>
      <vt:lpstr>lvalue vs rvalue reference examples</vt:lpstr>
      <vt:lpstr>lvalue vs rvalue reference examples</vt:lpstr>
      <vt:lpstr>lvalue vs rvalue reference examples</vt:lpstr>
      <vt:lpstr>Overload resolution expansion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lvalue and rvalue overloads</vt:lpstr>
      <vt:lpstr>Copy semantics</vt:lpstr>
      <vt:lpstr>Copy semantics</vt:lpstr>
      <vt:lpstr>Copy semantics</vt:lpstr>
      <vt:lpstr>Copy semantics</vt:lpstr>
      <vt:lpstr>Copy semantics</vt:lpstr>
      <vt:lpstr>Copy semantics</vt:lpstr>
      <vt:lpstr>Move semantics</vt:lpstr>
      <vt:lpstr>Copy semantics implementation</vt:lpstr>
      <vt:lpstr>Move semantics implementation</vt:lpstr>
      <vt:lpstr>Move semantics implementation</vt:lpstr>
      <vt:lpstr>Move semantics implementation</vt:lpstr>
      <vt:lpstr>Move semantics implementation</vt:lpstr>
      <vt:lpstr>Move semantics implementation</vt:lpstr>
      <vt:lpstr>Move semantics implementation</vt:lpstr>
      <vt:lpstr>Move semantics implementation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Copy/Move semantics</vt:lpstr>
      <vt:lpstr>Set of rules for copy and move semantics</vt:lpstr>
      <vt:lpstr>Returning rvalue from a function</vt:lpstr>
      <vt:lpstr>Returning rvalue from a function</vt:lpstr>
      <vt:lpstr>Returning rvalue from a function</vt:lpstr>
      <vt:lpstr>Returning rvalue from a function</vt:lpstr>
      <vt:lpstr>Default implementation for copy and move semantics</vt:lpstr>
      <vt:lpstr>Default implementation for copy and move semantics</vt:lpstr>
      <vt:lpstr>Default implementation for copy and move semantics</vt:lpstr>
      <vt:lpstr>Default implementation for copy and move semantics</vt:lpstr>
      <vt:lpstr>Default implementation for copy and move semantics</vt:lpstr>
      <vt:lpstr>Default implementation for copy and move semantics</vt:lpstr>
      <vt:lpstr>Move semantics summary</vt:lpstr>
      <vt:lpstr>Perfect forwarding</vt:lpstr>
      <vt:lpstr>A problem with modifying object (C++98)</vt:lpstr>
      <vt:lpstr>A problem with modifying object (C++98)</vt:lpstr>
      <vt:lpstr>A combinatorial explosion problem</vt:lpstr>
      <vt:lpstr>A combinatorial explosion problem</vt:lpstr>
      <vt:lpstr>A combinatorial explosion problem</vt:lpstr>
      <vt:lpstr>rvalue reference (duck) test</vt:lpstr>
      <vt:lpstr>rvalue reference (duck) test</vt:lpstr>
      <vt:lpstr>A forwarding reference</vt:lpstr>
      <vt:lpstr>A forwarding reference</vt:lpstr>
      <vt:lpstr>A forwarding reference</vt:lpstr>
      <vt:lpstr>A forwarding reference</vt:lpstr>
      <vt:lpstr>A combinatorial explosion solution</vt:lpstr>
      <vt:lpstr>A combinatorial explosion solution</vt:lpstr>
      <vt:lpstr>Not a forwarding reference</vt:lpstr>
      <vt:lpstr>Not a forwarding reference</vt:lpstr>
      <vt:lpstr>Not a forwarding reference</vt:lpstr>
      <vt:lpstr>Forwarding reference</vt:lpstr>
      <vt:lpstr>Perfect forwarding</vt:lpstr>
      <vt:lpstr>Perfect forwarding</vt:lpstr>
      <vt:lpstr>Perfect forwarding</vt:lpstr>
      <vt:lpstr>Perfect forwarding</vt:lpstr>
      <vt:lpstr>Reference collapsing rules</vt:lpstr>
      <vt:lpstr>Reference collapsing rules</vt:lpstr>
      <vt:lpstr>Reference collapsing rules</vt:lpstr>
      <vt:lpstr>Reference collapsing rules</vt:lpstr>
      <vt:lpstr>Reference collapsing rules</vt:lpstr>
      <vt:lpstr>Perfect forwarding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Arutyunyan, Ruslan</dc:creator>
  <cp:lastModifiedBy>Arutyunyan, Ruslan</cp:lastModifiedBy>
  <cp:revision>1</cp:revision>
  <dcterms:created xsi:type="dcterms:W3CDTF">2020-10-08T23:31:50Z</dcterms:created>
  <dcterms:modified xsi:type="dcterms:W3CDTF">2026-09-16T04:03:13Z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0x010100F599C8FD6217CE478A85F4C71081CEDD</vt:lpwstr>
  </property>
</Properties>
</file>